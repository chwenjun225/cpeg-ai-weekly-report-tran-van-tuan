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8" r:id="rId2"/>
    <p:sldId id="277" r:id="rId3"/>
    <p:sldId id="259" r:id="rId4"/>
    <p:sldId id="263" r:id="rId5"/>
    <p:sldId id="271" r:id="rId6"/>
    <p:sldId id="276" r:id="rId7"/>
    <p:sldId id="267" r:id="rId8"/>
    <p:sldId id="265" r:id="rId9"/>
    <p:sldId id="268" r:id="rId10"/>
    <p:sldId id="269" r:id="rId11"/>
    <p:sldId id="274" r:id="rId12"/>
    <p:sldId id="272" r:id="rId13"/>
    <p:sldId id="26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364" autoAdjust="0"/>
  </p:normalViewPr>
  <p:slideViewPr>
    <p:cSldViewPr snapToGrid="0">
      <p:cViewPr>
        <p:scale>
          <a:sx n="66" d="100"/>
          <a:sy n="66" d="100"/>
        </p:scale>
        <p:origin x="1330" y="50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DC3E4B-3EB9-4F20-A3A0-904ADF4FA2D7}" type="datetimeFigureOut">
              <a:rPr lang="en-US" smtClean="0"/>
              <a:t>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7C4605-21FF-47D9-AD1F-174E8E2A37BF}" type="slidenum">
              <a:rPr lang="en-US" smtClean="0"/>
              <a:t>‹#›</a:t>
            </a:fld>
            <a:endParaRPr lang="en-US"/>
          </a:p>
        </p:txBody>
      </p:sp>
    </p:spTree>
    <p:extLst>
      <p:ext uri="{BB962C8B-B14F-4D97-AF65-F5344CB8AC3E}">
        <p14:creationId xmlns:p14="http://schemas.microsoft.com/office/powerpoint/2010/main" val="1267216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E7C4605-21FF-47D9-AD1F-174E8E2A37BF}" type="slidenum">
              <a:rPr lang="en-US" smtClean="0"/>
              <a:t>11</a:t>
            </a:fld>
            <a:endParaRPr lang="en-US"/>
          </a:p>
        </p:txBody>
      </p:sp>
    </p:spTree>
    <p:extLst>
      <p:ext uri="{BB962C8B-B14F-4D97-AF65-F5344CB8AC3E}">
        <p14:creationId xmlns:p14="http://schemas.microsoft.com/office/powerpoint/2010/main" val="17366716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2BCF035-3794-402B-AE8B-70135CF462C1}"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FC7F71-6117-4221-AD84-B320F42764F4}" type="slidenum">
              <a:rPr lang="en-US" smtClean="0"/>
              <a:t>‹#›</a:t>
            </a:fld>
            <a:endParaRPr lang="en-US"/>
          </a:p>
        </p:txBody>
      </p:sp>
    </p:spTree>
    <p:extLst>
      <p:ext uri="{BB962C8B-B14F-4D97-AF65-F5344CB8AC3E}">
        <p14:creationId xmlns:p14="http://schemas.microsoft.com/office/powerpoint/2010/main" val="3337537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2BCF035-3794-402B-AE8B-70135CF462C1}"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FC7F71-6117-4221-AD84-B320F42764F4}" type="slidenum">
              <a:rPr lang="en-US" smtClean="0"/>
              <a:t>‹#›</a:t>
            </a:fld>
            <a:endParaRPr lang="en-US"/>
          </a:p>
        </p:txBody>
      </p:sp>
    </p:spTree>
    <p:extLst>
      <p:ext uri="{BB962C8B-B14F-4D97-AF65-F5344CB8AC3E}">
        <p14:creationId xmlns:p14="http://schemas.microsoft.com/office/powerpoint/2010/main" val="1362534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2BCF035-3794-402B-AE8B-70135CF462C1}"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FC7F71-6117-4221-AD84-B320F42764F4}" type="slidenum">
              <a:rPr lang="en-US" smtClean="0"/>
              <a:t>‹#›</a:t>
            </a:fld>
            <a:endParaRPr lang="en-US"/>
          </a:p>
        </p:txBody>
      </p:sp>
    </p:spTree>
    <p:extLst>
      <p:ext uri="{BB962C8B-B14F-4D97-AF65-F5344CB8AC3E}">
        <p14:creationId xmlns:p14="http://schemas.microsoft.com/office/powerpoint/2010/main" val="18175507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2BCF035-3794-402B-AE8B-70135CF462C1}" type="datetimeFigureOut">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FC7F71-6117-4221-AD84-B320F42764F4}" type="slidenum">
              <a:rPr lang="en-US" smtClean="0"/>
              <a:t>‹#›</a:t>
            </a:fld>
            <a:endParaRPr lang="en-US"/>
          </a:p>
        </p:txBody>
      </p:sp>
    </p:spTree>
    <p:extLst>
      <p:ext uri="{BB962C8B-B14F-4D97-AF65-F5344CB8AC3E}">
        <p14:creationId xmlns:p14="http://schemas.microsoft.com/office/powerpoint/2010/main" val="3753937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2BCF035-3794-402B-AE8B-70135CF462C1}" type="datetimeFigureOut">
              <a:rPr lang="en-US" smtClean="0"/>
              <a:t>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FC7F71-6117-4221-AD84-B320F42764F4}" type="slidenum">
              <a:rPr lang="en-US" smtClean="0"/>
              <a:t>‹#›</a:t>
            </a:fld>
            <a:endParaRPr lang="en-US"/>
          </a:p>
        </p:txBody>
      </p:sp>
    </p:spTree>
    <p:extLst>
      <p:ext uri="{BB962C8B-B14F-4D97-AF65-F5344CB8AC3E}">
        <p14:creationId xmlns:p14="http://schemas.microsoft.com/office/powerpoint/2010/main" val="1742430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2BCF035-3794-402B-AE8B-70135CF462C1}" type="datetimeFigureOut">
              <a:rPr lang="en-US" smtClean="0"/>
              <a:t>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FC7F71-6117-4221-AD84-B320F42764F4}" type="slidenum">
              <a:rPr lang="en-US" smtClean="0"/>
              <a:t>‹#›</a:t>
            </a:fld>
            <a:endParaRPr lang="en-US"/>
          </a:p>
        </p:txBody>
      </p:sp>
    </p:spTree>
    <p:extLst>
      <p:ext uri="{BB962C8B-B14F-4D97-AF65-F5344CB8AC3E}">
        <p14:creationId xmlns:p14="http://schemas.microsoft.com/office/powerpoint/2010/main" val="18609686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BCF035-3794-402B-AE8B-70135CF462C1}" type="datetimeFigureOut">
              <a:rPr lang="en-US" smtClean="0"/>
              <a:t>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FC7F71-6117-4221-AD84-B320F42764F4}" type="slidenum">
              <a:rPr lang="en-US" smtClean="0"/>
              <a:t>‹#›</a:t>
            </a:fld>
            <a:endParaRPr lang="en-US"/>
          </a:p>
        </p:txBody>
      </p:sp>
    </p:spTree>
    <p:extLst>
      <p:ext uri="{BB962C8B-B14F-4D97-AF65-F5344CB8AC3E}">
        <p14:creationId xmlns:p14="http://schemas.microsoft.com/office/powerpoint/2010/main" val="1682717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2BCF035-3794-402B-AE8B-70135CF462C1}" type="datetimeFigureOut">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FC7F71-6117-4221-AD84-B320F42764F4}" type="slidenum">
              <a:rPr lang="en-US" smtClean="0"/>
              <a:t>‹#›</a:t>
            </a:fld>
            <a:endParaRPr lang="en-US"/>
          </a:p>
        </p:txBody>
      </p:sp>
    </p:spTree>
    <p:extLst>
      <p:ext uri="{BB962C8B-B14F-4D97-AF65-F5344CB8AC3E}">
        <p14:creationId xmlns:p14="http://schemas.microsoft.com/office/powerpoint/2010/main" val="23073654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2BCF035-3794-402B-AE8B-70135CF462C1}" type="datetimeFigureOut">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FC7F71-6117-4221-AD84-B320F42764F4}" type="slidenum">
              <a:rPr lang="en-US" smtClean="0"/>
              <a:t>‹#›</a:t>
            </a:fld>
            <a:endParaRPr lang="en-US"/>
          </a:p>
        </p:txBody>
      </p:sp>
    </p:spTree>
    <p:extLst>
      <p:ext uri="{BB962C8B-B14F-4D97-AF65-F5344CB8AC3E}">
        <p14:creationId xmlns:p14="http://schemas.microsoft.com/office/powerpoint/2010/main" val="3601069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2BCF035-3794-402B-AE8B-70135CF462C1}"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FC7F71-6117-4221-AD84-B320F42764F4}" type="slidenum">
              <a:rPr lang="en-US" smtClean="0"/>
              <a:t>‹#›</a:t>
            </a:fld>
            <a:endParaRPr lang="en-US"/>
          </a:p>
        </p:txBody>
      </p:sp>
    </p:spTree>
    <p:extLst>
      <p:ext uri="{BB962C8B-B14F-4D97-AF65-F5344CB8AC3E}">
        <p14:creationId xmlns:p14="http://schemas.microsoft.com/office/powerpoint/2010/main" val="1996476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2BCF035-3794-402B-AE8B-70135CF462C1}"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FC7F71-6117-4221-AD84-B320F42764F4}" type="slidenum">
              <a:rPr lang="en-US" smtClean="0"/>
              <a:t>‹#›</a:t>
            </a:fld>
            <a:endParaRPr lang="en-US"/>
          </a:p>
        </p:txBody>
      </p:sp>
    </p:spTree>
    <p:extLst>
      <p:ext uri="{BB962C8B-B14F-4D97-AF65-F5344CB8AC3E}">
        <p14:creationId xmlns:p14="http://schemas.microsoft.com/office/powerpoint/2010/main" val="1153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F366AEB-31D7-563D-7AC2-515363FB9FB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 y="0"/>
            <a:ext cx="12198967" cy="6858000"/>
          </a:xfrm>
          <a:prstGeom prst="rect">
            <a:avLst/>
          </a:prstGeom>
        </p:spPr>
      </p:pic>
      <p:sp>
        <p:nvSpPr>
          <p:cNvPr id="10" name="Slide Number Placeholder 5">
            <a:extLst>
              <a:ext uri="{FF2B5EF4-FFF2-40B4-BE49-F238E27FC236}">
                <a16:creationId xmlns:a16="http://schemas.microsoft.com/office/drawing/2014/main" id="{5A9ED073-38E5-BD19-908C-26659D5B4247}"/>
              </a:ext>
            </a:extLst>
          </p:cNvPr>
          <p:cNvSpPr>
            <a:spLocks noGrp="1"/>
          </p:cNvSpPr>
          <p:nvPr>
            <p:ph type="sldNum" sz="quarter" idx="4"/>
          </p:nvPr>
        </p:nvSpPr>
        <p:spPr>
          <a:xfrm>
            <a:off x="11652013" y="6626154"/>
            <a:ext cx="461682" cy="219262"/>
          </a:xfrm>
          <a:prstGeom prst="rect">
            <a:avLst/>
          </a:prstGeom>
        </p:spPr>
        <p:txBody>
          <a:bodyPr vert="horz" lIns="91440" tIns="45720" rIns="91440" bIns="45720" rtlCol="0" anchor="ctr"/>
          <a:lstStyle>
            <a:lvl1pPr algn="ctr">
              <a:defRPr sz="1600" b="1">
                <a:solidFill>
                  <a:schemeClr val="bg1"/>
                </a:solidFill>
              </a:defRPr>
            </a:lvl1pPr>
          </a:lstStyle>
          <a:p>
            <a:fld id="{5285558A-1915-2348-AF36-B9A83F1D0F14}" type="slidenum">
              <a:rPr lang="en-US" smtClean="0"/>
              <a:pPr/>
              <a:t>‹#›</a:t>
            </a:fld>
            <a:endParaRPr lang="en-US"/>
          </a:p>
        </p:txBody>
      </p:sp>
    </p:spTree>
    <p:extLst>
      <p:ext uri="{BB962C8B-B14F-4D97-AF65-F5344CB8AC3E}">
        <p14:creationId xmlns:p14="http://schemas.microsoft.com/office/powerpoint/2010/main" val="176773791"/>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59D3C9A-AA3C-CB7E-F806-51FF48E97BF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80341" y="137246"/>
            <a:ext cx="1070354" cy="330065"/>
          </a:xfrm>
          <a:prstGeom prst="rect">
            <a:avLst/>
          </a:prstGeom>
        </p:spPr>
      </p:pic>
      <p:pic>
        <p:nvPicPr>
          <p:cNvPr id="5" name="Picture 4">
            <a:extLst>
              <a:ext uri="{FF2B5EF4-FFF2-40B4-BE49-F238E27FC236}">
                <a16:creationId xmlns:a16="http://schemas.microsoft.com/office/drawing/2014/main" id="{75EF9155-02EA-F6E5-20CF-0A290BC2537C}"/>
              </a:ext>
            </a:extLst>
          </p:cNvPr>
          <p:cNvPicPr>
            <a:picLocks noChangeAspect="1"/>
          </p:cNvPicPr>
          <p:nvPr userDrawn="1"/>
        </p:nvPicPr>
        <p:blipFill>
          <a:blip r:embed="rId3">
            <a:extLst>
              <a:ext uri="{28A0092B-C50C-407E-A947-70E740481C1C}">
                <a14:useLocalDpi xmlns:a14="http://schemas.microsoft.com/office/drawing/2010/main" val="0"/>
              </a:ext>
            </a:extLst>
          </a:blip>
          <a:srcRect l="230" r="217"/>
          <a:stretch>
            <a:fillRect/>
          </a:stretch>
        </p:blipFill>
        <p:spPr>
          <a:xfrm>
            <a:off x="14990" y="6608792"/>
            <a:ext cx="12168638" cy="249208"/>
          </a:xfrm>
          <a:prstGeom prst="rect">
            <a:avLst/>
          </a:prstGeom>
        </p:spPr>
      </p:pic>
      <p:sp>
        <p:nvSpPr>
          <p:cNvPr id="6" name="Slide Number Placeholder 5">
            <a:extLst>
              <a:ext uri="{FF2B5EF4-FFF2-40B4-BE49-F238E27FC236}">
                <a16:creationId xmlns:a16="http://schemas.microsoft.com/office/drawing/2014/main" id="{B393E12E-B16A-4D80-9D27-6F1E73D7B9A0}"/>
              </a:ext>
            </a:extLst>
          </p:cNvPr>
          <p:cNvSpPr>
            <a:spLocks noGrp="1"/>
          </p:cNvSpPr>
          <p:nvPr>
            <p:ph type="sldNum" sz="quarter" idx="4"/>
          </p:nvPr>
        </p:nvSpPr>
        <p:spPr>
          <a:xfrm>
            <a:off x="11652013" y="6626154"/>
            <a:ext cx="461682" cy="219262"/>
          </a:xfrm>
          <a:prstGeom prst="rect">
            <a:avLst/>
          </a:prstGeom>
        </p:spPr>
        <p:txBody>
          <a:bodyPr vert="horz" lIns="91440" tIns="45720" rIns="91440" bIns="45720" rtlCol="0" anchor="ctr"/>
          <a:lstStyle>
            <a:lvl1pPr algn="ctr">
              <a:defRPr sz="1600" b="1">
                <a:solidFill>
                  <a:schemeClr val="bg1"/>
                </a:solidFill>
              </a:defRPr>
            </a:lvl1pPr>
          </a:lstStyle>
          <a:p>
            <a:fld id="{5285558A-1915-2348-AF36-B9A83F1D0F14}" type="slidenum">
              <a:rPr lang="en-US" smtClean="0"/>
              <a:pPr/>
              <a:t>‹#›</a:t>
            </a:fld>
            <a:endParaRPr lang="en-US"/>
          </a:p>
        </p:txBody>
      </p:sp>
    </p:spTree>
    <p:extLst>
      <p:ext uri="{BB962C8B-B14F-4D97-AF65-F5344CB8AC3E}">
        <p14:creationId xmlns:p14="http://schemas.microsoft.com/office/powerpoint/2010/main" val="10970683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19AAF4B-E751-6865-1565-DE51FF13BC6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4083"/>
          </a:xfrm>
          <a:prstGeom prst="rect">
            <a:avLst/>
          </a:prstGeom>
        </p:spPr>
      </p:pic>
      <p:sp>
        <p:nvSpPr>
          <p:cNvPr id="9" name="Slide Number Placeholder 5">
            <a:extLst>
              <a:ext uri="{FF2B5EF4-FFF2-40B4-BE49-F238E27FC236}">
                <a16:creationId xmlns:a16="http://schemas.microsoft.com/office/drawing/2014/main" id="{A6983C6E-9657-CC33-5ABF-41E2805F3343}"/>
              </a:ext>
            </a:extLst>
          </p:cNvPr>
          <p:cNvSpPr>
            <a:spLocks noGrp="1"/>
          </p:cNvSpPr>
          <p:nvPr>
            <p:ph type="sldNum" sz="quarter" idx="4"/>
          </p:nvPr>
        </p:nvSpPr>
        <p:spPr>
          <a:xfrm>
            <a:off x="11652013" y="6626154"/>
            <a:ext cx="461682" cy="219262"/>
          </a:xfrm>
          <a:prstGeom prst="rect">
            <a:avLst/>
          </a:prstGeom>
        </p:spPr>
        <p:txBody>
          <a:bodyPr vert="horz" lIns="91440" tIns="45720" rIns="91440" bIns="45720" rtlCol="0" anchor="ctr"/>
          <a:lstStyle>
            <a:lvl1pPr algn="ctr">
              <a:defRPr sz="1600" b="1">
                <a:solidFill>
                  <a:schemeClr val="bg1"/>
                </a:solidFill>
              </a:defRPr>
            </a:lvl1pPr>
          </a:lstStyle>
          <a:p>
            <a:fld id="{5285558A-1915-2348-AF36-B9A83F1D0F14}" type="slidenum">
              <a:rPr lang="en-US" smtClean="0"/>
              <a:pPr/>
              <a:t>‹#›</a:t>
            </a:fld>
            <a:endParaRPr lang="en-US"/>
          </a:p>
        </p:txBody>
      </p:sp>
    </p:spTree>
    <p:extLst>
      <p:ext uri="{BB962C8B-B14F-4D97-AF65-F5344CB8AC3E}">
        <p14:creationId xmlns:p14="http://schemas.microsoft.com/office/powerpoint/2010/main" val="2921103789"/>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BCF035-3794-402B-AE8B-70135CF462C1}" type="datetimeFigureOut">
              <a:rPr lang="en-US" smtClean="0"/>
              <a:t>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FC7F71-6117-4221-AD84-B320F42764F4}" type="slidenum">
              <a:rPr lang="en-US" smtClean="0"/>
              <a:t>‹#›</a:t>
            </a:fld>
            <a:endParaRPr lang="en-US"/>
          </a:p>
        </p:txBody>
      </p:sp>
    </p:spTree>
    <p:extLst>
      <p:ext uri="{BB962C8B-B14F-4D97-AF65-F5344CB8AC3E}">
        <p14:creationId xmlns:p14="http://schemas.microsoft.com/office/powerpoint/2010/main" val="40626696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 Id="rId11" Type="http://schemas.openxmlformats.org/officeDocument/2006/relationships/image" Target="../media/image62.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 Id="rId11" Type="http://schemas.openxmlformats.org/officeDocument/2006/relationships/image" Target="../media/image6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3" Type="http://schemas.openxmlformats.org/officeDocument/2006/relationships/image" Target="../media/image12.png"/><Relationship Id="rId18" Type="http://schemas.openxmlformats.org/officeDocument/2006/relationships/image" Target="../media/image17.svg"/><Relationship Id="rId3" Type="http://schemas.openxmlformats.org/officeDocument/2006/relationships/image" Target="../media/image9.jpeg"/><Relationship Id="rId12" Type="http://schemas.openxmlformats.org/officeDocument/2006/relationships/image" Target="../media/image107.svg"/><Relationship Id="rId17" Type="http://schemas.openxmlformats.org/officeDocument/2006/relationships/image" Target="../media/image13.png"/><Relationship Id="rId2" Type="http://schemas.openxmlformats.org/officeDocument/2006/relationships/image" Target="../media/image8.jpeg"/><Relationship Id="rId16" Type="http://schemas.openxmlformats.org/officeDocument/2006/relationships/image" Target="../media/image111.svg"/><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13.xml"/><Relationship Id="rId5" Type="http://schemas.openxmlformats.org/officeDocument/2006/relationships/image" Target="../media/image16.jpeg"/><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6">
            <a:extLst>
              <a:ext uri="{FF2B5EF4-FFF2-40B4-BE49-F238E27FC236}">
                <a16:creationId xmlns:a16="http://schemas.microsoft.com/office/drawing/2014/main" id="{FB8C2FDB-F627-E5EF-A220-94C653CF22E8}"/>
              </a:ext>
            </a:extLst>
          </p:cNvPr>
          <p:cNvSpPr txBox="1"/>
          <p:nvPr/>
        </p:nvSpPr>
        <p:spPr>
          <a:xfrm>
            <a:off x="598192" y="1253005"/>
            <a:ext cx="7873887" cy="1938992"/>
          </a:xfrm>
          <a:prstGeom prst="rect">
            <a:avLst/>
          </a:prstGeom>
          <a:noFill/>
        </p:spPr>
        <p:txBody>
          <a:bodyPr wrap="square" rtlCol="0">
            <a:spAutoFit/>
          </a:bodyPr>
          <a:lstStyle/>
          <a:p>
            <a:r>
              <a:rPr lang="en-US" altLang="zh-CN" sz="6000" b="1" smtClean="0">
                <a:solidFill>
                  <a:schemeClr val="bg1"/>
                </a:solidFill>
                <a:latin typeface="Arial Black" panose="020B0A04020102020204" pitchFamily="34" charset="0"/>
                <a:ea typeface="微软雅黑" panose="020B0503020204020204" pitchFamily="34" charset="-122"/>
              </a:rPr>
              <a:t>Automatic SOP Idea</a:t>
            </a:r>
            <a:endParaRPr lang="en-US" altLang="zh-TW" sz="6000" b="1">
              <a:solidFill>
                <a:schemeClr val="bg1"/>
              </a:solidFill>
              <a:latin typeface="Arial Black" panose="020B0A04020102020204" pitchFamily="34" charset="0"/>
              <a:ea typeface="微软雅黑" panose="020B0503020204020204" pitchFamily="34" charset="-122"/>
            </a:endParaRPr>
          </a:p>
        </p:txBody>
      </p:sp>
      <p:sp>
        <p:nvSpPr>
          <p:cNvPr id="3" name="文本框 8">
            <a:extLst>
              <a:ext uri="{FF2B5EF4-FFF2-40B4-BE49-F238E27FC236}">
                <a16:creationId xmlns:a16="http://schemas.microsoft.com/office/drawing/2014/main" id="{88BA9E2F-4752-EC47-AEC0-C52583565F7D}"/>
              </a:ext>
            </a:extLst>
          </p:cNvPr>
          <p:cNvSpPr txBox="1"/>
          <p:nvPr/>
        </p:nvSpPr>
        <p:spPr>
          <a:xfrm>
            <a:off x="598192" y="4046254"/>
            <a:ext cx="4746169" cy="369332"/>
          </a:xfrm>
          <a:prstGeom prst="rect">
            <a:avLst/>
          </a:prstGeom>
          <a:noFill/>
        </p:spPr>
        <p:txBody>
          <a:bodyPr wrap="square" rtlCol="0">
            <a:spAutoFit/>
          </a:bodyPr>
          <a:lstStyle/>
          <a:p>
            <a:pPr hangingPunct="0"/>
            <a:r>
              <a:rPr lang="en-US" altLang="zh-CN" smtClean="0">
                <a:solidFill>
                  <a:schemeClr val="bg1"/>
                </a:solidFill>
                <a:latin typeface="Arial" panose="020B0604020202020204" pitchFamily="34" charset="0"/>
                <a:ea typeface="微软雅黑" panose="020B0503020204020204" pitchFamily="34" charset="-122"/>
                <a:cs typeface="Arial" panose="020B0604020202020204" pitchFamily="34" charset="0"/>
              </a:rPr>
              <a:t>IE Department</a:t>
            </a:r>
            <a:endParaRPr lang="en-US" altLang="zh-TW">
              <a:solidFill>
                <a:schemeClr val="bg1"/>
              </a:solidFill>
              <a:latin typeface="Arial" panose="020B0604020202020204" pitchFamily="34" charset="0"/>
              <a:ea typeface="微软雅黑" panose="020B0503020204020204" pitchFamily="34" charset="-122"/>
              <a:cs typeface="Arial" panose="020B0604020202020204" pitchFamily="34" charset="0"/>
              <a:sym typeface="等线" panose="02010600030101010101" charset="-122"/>
            </a:endParaRPr>
          </a:p>
        </p:txBody>
      </p:sp>
      <p:sp>
        <p:nvSpPr>
          <p:cNvPr id="4" name="文本框 9">
            <a:extLst>
              <a:ext uri="{FF2B5EF4-FFF2-40B4-BE49-F238E27FC236}">
                <a16:creationId xmlns:a16="http://schemas.microsoft.com/office/drawing/2014/main" id="{C1F79997-D165-721A-27F0-C5A39C54D0A4}"/>
              </a:ext>
            </a:extLst>
          </p:cNvPr>
          <p:cNvSpPr txBox="1"/>
          <p:nvPr/>
        </p:nvSpPr>
        <p:spPr>
          <a:xfrm>
            <a:off x="598192" y="4446364"/>
            <a:ext cx="4746169" cy="369332"/>
          </a:xfrm>
          <a:prstGeom prst="rect">
            <a:avLst/>
          </a:prstGeom>
          <a:noFill/>
        </p:spPr>
        <p:txBody>
          <a:bodyPr wrap="square" rtlCol="0">
            <a:spAutoFit/>
          </a:bodyPr>
          <a:lstStyle/>
          <a:p>
            <a:pPr hangingPunct="0"/>
            <a:r>
              <a:rPr lang="en-US" altLang="zh-CN" smtClean="0">
                <a:solidFill>
                  <a:schemeClr val="bg1"/>
                </a:solidFill>
                <a:latin typeface="Arial" panose="020B0604020202020204" pitchFamily="34" charset="0"/>
                <a:ea typeface="微软雅黑" panose="020B0503020204020204" pitchFamily="34" charset="-122"/>
                <a:cs typeface="Arial" panose="020B0604020202020204" pitchFamily="34" charset="0"/>
                <a:sym typeface="等线" panose="02010600030101010101" charset="-122"/>
              </a:rPr>
              <a:t>23. 01. 2026</a:t>
            </a:r>
            <a:endParaRPr lang="en-US" altLang="zh-TW">
              <a:solidFill>
                <a:schemeClr val="bg1"/>
              </a:solidFill>
              <a:latin typeface="Arial" panose="020B0604020202020204" pitchFamily="34" charset="0"/>
              <a:ea typeface="微软雅黑" panose="020B0503020204020204" pitchFamily="34" charset="-122"/>
              <a:cs typeface="Arial" panose="020B0604020202020204" pitchFamily="34" charset="0"/>
              <a:sym typeface="等线" panose="02010600030101010101" charset="-122"/>
            </a:endParaRPr>
          </a:p>
        </p:txBody>
      </p:sp>
      <p:sp>
        <p:nvSpPr>
          <p:cNvPr id="5" name="Slide Number Placeholder 4">
            <a:extLst>
              <a:ext uri="{FF2B5EF4-FFF2-40B4-BE49-F238E27FC236}">
                <a16:creationId xmlns:a16="http://schemas.microsoft.com/office/drawing/2014/main" id="{E50E8406-B65E-FFA2-432E-A280554B2E4D}"/>
              </a:ext>
            </a:extLst>
          </p:cNvPr>
          <p:cNvSpPr>
            <a:spLocks noGrp="1"/>
          </p:cNvSpPr>
          <p:nvPr>
            <p:ph type="sldNum" sz="quarter" idx="4"/>
          </p:nvPr>
        </p:nvSpPr>
        <p:spPr/>
        <p:txBody>
          <a:bodyPr/>
          <a:lstStyle/>
          <a:p>
            <a:fld id="{5285558A-1915-2348-AF36-B9A83F1D0F14}" type="slidenum">
              <a:rPr lang="en-US" smtClean="0"/>
              <a:pPr/>
              <a:t>1</a:t>
            </a:fld>
            <a:endParaRPr lang="en-US"/>
          </a:p>
        </p:txBody>
      </p:sp>
    </p:spTree>
    <p:extLst>
      <p:ext uri="{BB962C8B-B14F-4D97-AF65-F5344CB8AC3E}">
        <p14:creationId xmlns:p14="http://schemas.microsoft.com/office/powerpoint/2010/main" val="2819901330"/>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296172" cy="6765955"/>
          </a:xfrm>
          <a:prstGeom prst="rect">
            <a:avLst/>
          </a:prstGeom>
        </p:spPr>
        <p:txBody>
          <a:bodyPr wrap="square">
            <a:spAutoFit/>
          </a:bodyPr>
          <a:lstStyle/>
          <a:p>
            <a:r>
              <a:rPr lang="vi-VN" sz="1100">
                <a:latin typeface="Times New Roman" panose="02020603050405020304" pitchFamily="18" charset="0"/>
                <a:ea typeface="Times New Roman" panose="02020603050405020304" pitchFamily="18" charset="0"/>
              </a:rPr>
              <a:t>Dear A Tuấn - AI ,</a:t>
            </a:r>
            <a:endParaRPr lang="vi-VN" sz="1100"/>
          </a:p>
          <a:p>
            <a:r>
              <a:rPr lang="vi-VN" sz="1100">
                <a:latin typeface="Times New Roman" panose="02020603050405020304" pitchFamily="18" charset="0"/>
                <a:ea typeface="Times New Roman" panose="02020603050405020304" pitchFamily="18" charset="0"/>
              </a:rPr>
              <a:t>Em Dương - IE Đồng Vàng -B01, dưới đây là dự án mà bọn em dự định triển khai ạ. </a:t>
            </a:r>
            <a:endParaRPr lang="vi-VN" sz="1100"/>
          </a:p>
          <a:p>
            <a:r>
              <a:rPr lang="vi-VN" sz="1100">
                <a:latin typeface="Times New Roman" panose="02020603050405020304" pitchFamily="18" charset="0"/>
                <a:ea typeface="Times New Roman" panose="02020603050405020304" pitchFamily="18" charset="0"/>
              </a:rPr>
              <a:t>1. Dự định dự án của bên IE cụ thể như sau:</a:t>
            </a:r>
            <a:endParaRPr lang="vi-VN" sz="1100"/>
          </a:p>
          <a:p>
            <a:r>
              <a:rPr lang="vi-VN" sz="1100">
                <a:latin typeface="Times New Roman" panose="02020603050405020304" pitchFamily="18" charset="0"/>
                <a:ea typeface="Times New Roman" panose="02020603050405020304" pitchFamily="18" charset="0"/>
              </a:rPr>
              <a:t> </a:t>
            </a:r>
            <a:endParaRPr lang="vi-VN" sz="1100"/>
          </a:p>
          <a:p>
            <a:r>
              <a:rPr lang="vi-VN" sz="1100">
                <a:latin typeface="Times New Roman" panose="02020603050405020304" pitchFamily="18" charset="0"/>
                <a:ea typeface="Times New Roman" panose="02020603050405020304" pitchFamily="18" charset="0"/>
              </a:rPr>
              <a:t>- Input: BOM( Excel), Document Manufacturing ( PPT, pdf ), Video thao tác.</a:t>
            </a:r>
            <a:endParaRPr lang="vi-VN" sz="1100"/>
          </a:p>
          <a:p>
            <a:r>
              <a:rPr lang="vi-VN" sz="1100">
                <a:latin typeface="Times New Roman" panose="02020603050405020304" pitchFamily="18" charset="0"/>
                <a:ea typeface="Times New Roman" panose="02020603050405020304" pitchFamily="18" charset="0"/>
              </a:rPr>
              <a:t>Ví dụ: 1 BOM dài cho cả Assy, 1 Document Manufacturing dài cho cả Assy, video thao tác dài khoảng 5 phút từ đầu đến cuối của Assy, và ví dụ Cycle Time của bọn em là 30s thì AI sẽ chia video 5 phút thành 10 video 30s =&gt; 10 video đó tương ứng với 10 page SOP =&gt; 10 page SOP</a:t>
            </a:r>
            <a:endParaRPr lang="vi-VN" sz="1100"/>
          </a:p>
          <a:p>
            <a:r>
              <a:rPr lang="vi-VN" sz="1100">
                <a:latin typeface="Times New Roman" panose="02020603050405020304" pitchFamily="18" charset="0"/>
                <a:ea typeface="Times New Roman" panose="02020603050405020304" pitchFamily="18" charset="0"/>
              </a:rPr>
              <a:t>- Output: File excel định dạng: ô trên là ảnh minh họa công đoạn được cắt từ video, ô dưới là miêu tả thao tác chi tiết, có hiện cả mã liệu được sử dụng là gì.</a:t>
            </a:r>
            <a:endParaRPr lang="vi-VN" sz="1100"/>
          </a:p>
          <a:p>
            <a:r>
              <a:rPr lang="vi-VN" sz="1100">
                <a:solidFill>
                  <a:srgbClr val="000000"/>
                </a:solidFill>
                <a:latin typeface="Times New Roman" panose="02020603050405020304" pitchFamily="18" charset="0"/>
                <a:ea typeface="Times New Roman" panose="02020603050405020304" pitchFamily="18" charset="0"/>
              </a:rPr>
              <a:t> </a:t>
            </a:r>
            <a:endParaRPr lang="vi-VN" sz="1100"/>
          </a:p>
          <a:p>
            <a:r>
              <a:rPr lang="vi-VN" sz="1100">
                <a:solidFill>
                  <a:srgbClr val="000000"/>
                </a:solidFill>
                <a:latin typeface="Times New Roman" panose="02020603050405020304" pitchFamily="18" charset="0"/>
                <a:ea typeface="Times New Roman" panose="02020603050405020304" pitchFamily="18" charset="0"/>
              </a:rPr>
              <a:t>2. Trước tiên thì em dự định chia nhỏ bài toán ra thành như sau:</a:t>
            </a:r>
            <a:endParaRPr lang="vi-VN" sz="1100"/>
          </a:p>
          <a:p>
            <a:r>
              <a:rPr lang="vi-VN" sz="1100">
                <a:solidFill>
                  <a:srgbClr val="000000"/>
                </a:solidFill>
                <a:latin typeface="Times New Roman" panose="02020603050405020304" pitchFamily="18" charset="0"/>
                <a:ea typeface="Times New Roman" panose="02020603050405020304" pitchFamily="18" charset="0"/>
              </a:rPr>
              <a:t>Xử lí video thao tác trước, </a:t>
            </a:r>
            <a:endParaRPr lang="vi-VN" sz="1100"/>
          </a:p>
          <a:p>
            <a:r>
              <a:rPr lang="vi-VN" sz="1100">
                <a:latin typeface="Times New Roman" panose="02020603050405020304" pitchFamily="18" charset="0"/>
                <a:ea typeface="Times New Roman" panose="02020603050405020304" pitchFamily="18" charset="0"/>
              </a:rPr>
              <a:t>a. Mục tiêu: </a:t>
            </a:r>
            <a:r>
              <a:rPr lang="vi-VN" sz="1100">
                <a:solidFill>
                  <a:srgbClr val="FF0000"/>
                </a:solidFill>
                <a:latin typeface="Times New Roman" panose="02020603050405020304" pitchFamily="18" charset="0"/>
                <a:ea typeface="Times New Roman" panose="02020603050405020304" pitchFamily="18" charset="0"/>
              </a:rPr>
              <a:t>( đây chỉ là 1 trang SOP )</a:t>
            </a:r>
            <a:endParaRPr lang="vi-VN" sz="1100"/>
          </a:p>
          <a:p>
            <a:r>
              <a:rPr lang="vi-VN" sz="1100">
                <a:latin typeface="Times New Roman" panose="02020603050405020304" pitchFamily="18" charset="0"/>
                <a:ea typeface="Times New Roman" panose="02020603050405020304" pitchFamily="18" charset="0"/>
              </a:rPr>
              <a:t>- Chuyển đổi video quay thao tác công nhân thành danh sách các bước SOP( gồm 1 ảnh minh họa + tên thao tác ) dạng text rồi IE lựa chọn và chỉnh sửa =&gt; a simple SOP</a:t>
            </a:r>
            <a:endParaRPr lang="vi-VN" sz="1100"/>
          </a:p>
          <a:p>
            <a:r>
              <a:rPr lang="vi-VN" sz="1100">
                <a:latin typeface="Times New Roman" panose="02020603050405020304" pitchFamily="18" charset="0"/>
                <a:ea typeface="Times New Roman" panose="02020603050405020304" pitchFamily="18" charset="0"/>
              </a:rPr>
              <a:t> </a:t>
            </a:r>
            <a:endParaRPr lang="vi-VN" sz="1100"/>
          </a:p>
          <a:p>
            <a:r>
              <a:rPr lang="vi-VN" sz="1100">
                <a:latin typeface="Times New Roman" panose="02020603050405020304" pitchFamily="18" charset="0"/>
                <a:ea typeface="Times New Roman" panose="02020603050405020304" pitchFamily="18" charset="0"/>
              </a:rPr>
              <a:t>b. Đầu vào &amp; đầu ra:</a:t>
            </a:r>
            <a:endParaRPr lang="vi-VN" sz="1100"/>
          </a:p>
          <a:p>
            <a:r>
              <a:rPr lang="vi-VN" sz="1100">
                <a:latin typeface="Times New Roman" panose="02020603050405020304" pitchFamily="18" charset="0"/>
                <a:ea typeface="Times New Roman" panose="02020603050405020304" pitchFamily="18" charset="0"/>
              </a:rPr>
              <a:t>- Input: Video quay lại cảnh lắp ráp tại chuyển ( trước mắt là 1 station đơn giản: Assy or Packing khoảng 30s: gồm 4-5 công đoạn nhỏ )</a:t>
            </a:r>
            <a:endParaRPr lang="vi-VN" sz="1100"/>
          </a:p>
          <a:p>
            <a:r>
              <a:rPr lang="vi-VN" sz="1100">
                <a:latin typeface="Times New Roman" panose="02020603050405020304" pitchFamily="18" charset="0"/>
                <a:ea typeface="Times New Roman" panose="02020603050405020304" pitchFamily="18" charset="0"/>
              </a:rPr>
              <a:t>- Output: File excel định dạng: ô trên là ảnh cắt từ video, ô dưới là miêu tả thao tác và thời gian thực hiện thao tác đó.</a:t>
            </a:r>
            <a:endParaRPr lang="vi-VN" sz="1100"/>
          </a:p>
          <a:p>
            <a:r>
              <a:rPr lang="vi-VN" sz="1100">
                <a:latin typeface="Times New Roman" panose="02020603050405020304" pitchFamily="18" charset="0"/>
                <a:ea typeface="Times New Roman" panose="02020603050405020304" pitchFamily="18" charset="0"/>
              </a:rPr>
              <a:t> </a:t>
            </a:r>
            <a:endParaRPr lang="vi-VN" sz="1100"/>
          </a:p>
          <a:p>
            <a:r>
              <a:rPr lang="vi-VN" sz="1100">
                <a:latin typeface="Times New Roman" panose="02020603050405020304" pitchFamily="18" charset="0"/>
                <a:ea typeface="Times New Roman" panose="02020603050405020304" pitchFamily="18" charset="0"/>
              </a:rPr>
              <a:t>c. Logic xử lý dự kiện:</a:t>
            </a:r>
            <a:endParaRPr lang="vi-VN" sz="1100"/>
          </a:p>
          <a:p>
            <a:r>
              <a:rPr lang="vi-VN" sz="1100">
                <a:latin typeface="Times New Roman" panose="02020603050405020304" pitchFamily="18" charset="0"/>
                <a:ea typeface="Times New Roman" panose="02020603050405020304" pitchFamily="18" charset="0"/>
              </a:rPr>
              <a:t>- Step 1: Phân đoạn video: </a:t>
            </a:r>
            <a:endParaRPr lang="vi-VN" sz="1100"/>
          </a:p>
          <a:p>
            <a:r>
              <a:rPr lang="vi-VN" sz="1100">
                <a:latin typeface="Times New Roman" panose="02020603050405020304" pitchFamily="18" charset="0"/>
                <a:ea typeface="Times New Roman" panose="02020603050405020304" pitchFamily="18" charset="0"/>
              </a:rPr>
              <a:t>AI xác định thời gian start và end của  từng thao tác thay đổi trong video dài 30s kia.</a:t>
            </a:r>
            <a:endParaRPr lang="vi-VN" sz="1100"/>
          </a:p>
          <a:p>
            <a:r>
              <a:rPr lang="vi-VN" sz="1100">
                <a:latin typeface="Times New Roman" panose="02020603050405020304" pitchFamily="18" charset="0"/>
                <a:ea typeface="Times New Roman" panose="02020603050405020304" pitchFamily="18" charset="0"/>
              </a:rPr>
              <a:t>- Step 2: Đề xuất: </a:t>
            </a:r>
            <a:endParaRPr lang="vi-VN" sz="1100"/>
          </a:p>
          <a:p>
            <a:r>
              <a:rPr lang="vi-VN" sz="1100">
                <a:latin typeface="Times New Roman" panose="02020603050405020304" pitchFamily="18" charset="0"/>
                <a:ea typeface="Times New Roman" panose="02020603050405020304" pitchFamily="18" charset="0"/>
              </a:rPr>
              <a:t>Mỗi đoạn video đã phân đoạn, AI =&gt; đưa ra nhãn văn bản (Text ) + mô tả hành động ( exp: 0s-5s: lấy linh kiện, 5s-10s: vặn ốc,...)</a:t>
            </a:r>
            <a:endParaRPr lang="vi-VN" sz="1100"/>
          </a:p>
          <a:p>
            <a:r>
              <a:rPr lang="vi-VN" sz="1100">
                <a:latin typeface="Times New Roman" panose="02020603050405020304" pitchFamily="18" charset="0"/>
                <a:ea typeface="Times New Roman" panose="02020603050405020304" pitchFamily="18" charset="0"/>
              </a:rPr>
              <a:t>- Step 3: Xác nhận: </a:t>
            </a:r>
            <a:endParaRPr lang="vi-VN" sz="1100"/>
          </a:p>
          <a:p>
            <a:r>
              <a:rPr lang="vi-VN" sz="1100">
                <a:latin typeface="Times New Roman" panose="02020603050405020304" pitchFamily="18" charset="0"/>
                <a:ea typeface="Times New Roman" panose="02020603050405020304" pitchFamily="18" charset="0"/>
              </a:rPr>
              <a:t>Hiện thị danh sách các mốc thời gian và loạt text đề xuất lên giao diện để IE kiểm tra, chỉnh sửa, hoặc chọn lại thao tác cho đúng.</a:t>
            </a:r>
            <a:endParaRPr lang="vi-VN" sz="1100"/>
          </a:p>
          <a:p>
            <a:r>
              <a:rPr lang="vi-VN" sz="1100">
                <a:latin typeface="Times New Roman" panose="02020603050405020304" pitchFamily="18" charset="0"/>
                <a:ea typeface="Times New Roman" panose="02020603050405020304" pitchFamily="18" charset="0"/>
              </a:rPr>
              <a:t>- Step 4: Xuất Excel  : </a:t>
            </a:r>
            <a:endParaRPr lang="vi-VN" sz="1100"/>
          </a:p>
          <a:p>
            <a:r>
              <a:rPr lang="vi-VN" sz="1100">
                <a:latin typeface="Times New Roman" panose="02020603050405020304" pitchFamily="18" charset="0"/>
                <a:ea typeface="Times New Roman" panose="02020603050405020304" pitchFamily="18" charset="0"/>
              </a:rPr>
              <a:t>Ảnh đại diện công đoạn, dưới : thời gian + mô tả thao tác.</a:t>
            </a:r>
            <a:endParaRPr lang="vi-VN" sz="1100"/>
          </a:p>
          <a:p>
            <a:r>
              <a:rPr lang="vi-VN" sz="1100">
                <a:latin typeface="Times New Roman" panose="02020603050405020304" pitchFamily="18" charset="0"/>
                <a:ea typeface="Times New Roman" panose="02020603050405020304" pitchFamily="18" charset="0"/>
              </a:rPr>
              <a:t> </a:t>
            </a:r>
            <a:endParaRPr lang="vi-VN" sz="1100"/>
          </a:p>
          <a:p>
            <a:r>
              <a:rPr lang="vi-VN" sz="1100">
                <a:latin typeface="Times New Roman" panose="02020603050405020304" pitchFamily="18" charset="0"/>
                <a:ea typeface="Times New Roman" panose="02020603050405020304" pitchFamily="18" charset="0"/>
              </a:rPr>
              <a:t>Em có đính kèm file lúc trước trao đổi vớ bên hệ thống, a xem và review cho em với ạ, nếu được anh có thể chia sẻ cho em thêm thông tin về các thư viện/model hiệu quả để em hoàn thiện bài toán đơn giản này trước hoặc là tư vấn cho bọn em để có thể tự mình xây dựng những bước đầu này.</a:t>
            </a:r>
            <a:endParaRPr lang="vi-VN" sz="1100"/>
          </a:p>
          <a:p>
            <a:r>
              <a:rPr lang="vi-VN" sz="1100">
                <a:solidFill>
                  <a:srgbClr val="000000"/>
                </a:solidFill>
                <a:latin typeface="Calibri" panose="020F0502020204030204" pitchFamily="34" charset="0"/>
              </a:rPr>
              <a:t> </a:t>
            </a:r>
          </a:p>
          <a:p>
            <a:pPr>
              <a:spcAft>
                <a:spcPts val="800"/>
              </a:spcAft>
            </a:pPr>
            <a:r>
              <a:rPr lang="vi-VN" sz="1100">
                <a:latin typeface="Times New Roman" panose="02020603050405020304" pitchFamily="18" charset="0"/>
              </a:rPr>
              <a:t>Nếu được thì em xin gọi điện thoại bàn để trao đổi nha anh.</a:t>
            </a:r>
          </a:p>
          <a:p>
            <a:r>
              <a:rPr lang="vi-VN" sz="1100">
                <a:solidFill>
                  <a:srgbClr val="000000"/>
                </a:solidFill>
                <a:latin typeface="Calibri" panose="020F0502020204030204" pitchFamily="34" charset="0"/>
              </a:rPr>
              <a:t> </a:t>
            </a:r>
          </a:p>
          <a:p>
            <a:r>
              <a:rPr lang="vi-VN" sz="1100">
                <a:solidFill>
                  <a:srgbClr val="000000"/>
                </a:solidFill>
                <a:latin typeface="Calibri" panose="020F0502020204030204" pitchFamily="34" charset="0"/>
              </a:rPr>
              <a:t> </a:t>
            </a:r>
          </a:p>
          <a:p>
            <a:r>
              <a:rPr lang="vi-VN" sz="1100">
                <a:solidFill>
                  <a:srgbClr val="000000"/>
                </a:solidFill>
                <a:latin typeface="Times New Roman" panose="02020603050405020304" pitchFamily="18" charset="0"/>
              </a:rPr>
              <a:t>Thanks &amp; Best Regards !</a:t>
            </a:r>
            <a:endParaRPr lang="vi-VN" sz="1100">
              <a:solidFill>
                <a:srgbClr val="000000"/>
              </a:solidFill>
              <a:latin typeface="Calibri" panose="020F0502020204030204" pitchFamily="34" charset="0"/>
            </a:endParaRPr>
          </a:p>
          <a:p>
            <a:r>
              <a:rPr lang="vi-VN" sz="1100">
                <a:solidFill>
                  <a:srgbClr val="000000"/>
                </a:solidFill>
                <a:latin typeface="Times New Roman" panose="02020603050405020304" pitchFamily="18" charset="0"/>
              </a:rPr>
              <a:t>----------------------------</a:t>
            </a:r>
            <a:endParaRPr lang="vi-VN" sz="1100">
              <a:solidFill>
                <a:srgbClr val="000000"/>
              </a:solidFill>
              <a:latin typeface="Calibri" panose="020F0502020204030204" pitchFamily="34" charset="0"/>
            </a:endParaRPr>
          </a:p>
          <a:p>
            <a:r>
              <a:rPr lang="en-US" sz="1100">
                <a:solidFill>
                  <a:srgbClr val="101828"/>
                </a:solidFill>
                <a:latin typeface="Times New Roman" panose="02020603050405020304" pitchFamily="18" charset="0"/>
              </a:rPr>
              <a:t>👦 </a:t>
            </a:r>
            <a:r>
              <a:rPr lang="vi-VN" sz="1100">
                <a:solidFill>
                  <a:srgbClr val="000000"/>
                </a:solidFill>
                <a:latin typeface="Times New Roman" panose="02020603050405020304" pitchFamily="18" charset="0"/>
              </a:rPr>
              <a:t>Alex - </a:t>
            </a:r>
            <a:r>
              <a:rPr lang="zh-CN" altLang="en-US" sz="1100">
                <a:solidFill>
                  <a:srgbClr val="000000"/>
                </a:solidFill>
                <a:latin typeface="Times New Roman" panose="02020603050405020304" pitchFamily="18" charset="0"/>
              </a:rPr>
              <a:t>黄景楊</a:t>
            </a:r>
            <a:endParaRPr lang="zh-CN" altLang="en-US" sz="1100">
              <a:solidFill>
                <a:srgbClr val="000000"/>
              </a:solidFill>
              <a:latin typeface="Calibri" panose="020F0502020204030204" pitchFamily="34" charset="0"/>
            </a:endParaRPr>
          </a:p>
          <a:p>
            <a:r>
              <a:rPr lang="en-US" sz="1100">
                <a:solidFill>
                  <a:srgbClr val="212121"/>
                </a:solidFill>
                <a:latin typeface="Microsoft Sans Serif" panose="020B0604020202020204" pitchFamily="34" charset="0"/>
              </a:rPr>
              <a:t>🏭  </a:t>
            </a:r>
            <a:r>
              <a:rPr lang="vi-VN" sz="1100">
                <a:solidFill>
                  <a:srgbClr val="000000"/>
                </a:solidFill>
                <a:latin typeface="Times New Roman" panose="02020603050405020304" pitchFamily="18" charset="0"/>
              </a:rPr>
              <a:t>CBD-VBV-IE</a:t>
            </a:r>
            <a:endParaRPr lang="vi-VN" sz="1100">
              <a:solidFill>
                <a:srgbClr val="000000"/>
              </a:solidFill>
              <a:latin typeface="Calibri" panose="020F0502020204030204" pitchFamily="34" charset="0"/>
            </a:endParaRPr>
          </a:p>
          <a:p>
            <a:r>
              <a:rPr lang="vi-VN" sz="800">
                <a:solidFill>
                  <a:srgbClr val="000000"/>
                </a:solidFill>
                <a:latin typeface="Times New Roman" panose="02020603050405020304" pitchFamily="18" charset="0"/>
              </a:rPr>
              <a:t>☎ EXT: 5035-21367</a:t>
            </a:r>
            <a:endParaRPr lang="vi-VN" sz="800">
              <a:effectLst/>
              <a:latin typeface="Microsoft Sans Serif" panose="020B0604020202020204" pitchFamily="34" charset="0"/>
            </a:endParaRPr>
          </a:p>
        </p:txBody>
      </p:sp>
    </p:spTree>
    <p:extLst>
      <p:ext uri="{BB962C8B-B14F-4D97-AF65-F5344CB8AC3E}">
        <p14:creationId xmlns:p14="http://schemas.microsoft.com/office/powerpoint/2010/main" val="697979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5">
            <a:extLst>
              <a:ext uri="{FF2B5EF4-FFF2-40B4-BE49-F238E27FC236}">
                <a16:creationId xmlns:a16="http://schemas.microsoft.com/office/drawing/2014/main" id="{9CF6FB3D-4300-4C83-FFAF-8C1EDEAAE820}"/>
              </a:ext>
            </a:extLst>
          </p:cNvPr>
          <p:cNvSpPr txBox="1"/>
          <p:nvPr/>
        </p:nvSpPr>
        <p:spPr>
          <a:xfrm>
            <a:off x="1201657" y="3637890"/>
            <a:ext cx="11221120" cy="707886"/>
          </a:xfrm>
          <a:prstGeom prst="rect">
            <a:avLst/>
          </a:prstGeom>
          <a:noFill/>
        </p:spPr>
        <p:txBody>
          <a:bodyPr wrap="square" rtlCol="0">
            <a:spAutoFit/>
          </a:bodyPr>
          <a:lstStyle/>
          <a:p>
            <a:pPr marL="342900" indent="-342900">
              <a:buFont typeface="Arial" panose="020B0604020202020204" pitchFamily="34" charset="0"/>
              <a:buChar char="•"/>
            </a:pPr>
            <a:r>
              <a:rPr kumimoji="1" lang="en-US" sz="2000" b="1" smtClean="0">
                <a:latin typeface="Arial Black" panose="020B0A04020102020204" pitchFamily="34" charset="0"/>
                <a:ea typeface="微软雅黑" panose="020B0503020204020204" pitchFamily="34" charset="-122"/>
              </a:rPr>
              <a:t>Create an automated </a:t>
            </a:r>
            <a:r>
              <a:rPr kumimoji="1" lang="en-US" sz="2000" b="1">
                <a:latin typeface="Arial Black" panose="020B0A04020102020204" pitchFamily="34" charset="0"/>
                <a:ea typeface="微软雅黑" panose="020B0503020204020204" pitchFamily="34" charset="-122"/>
              </a:rPr>
              <a:t>process to generate SOPs from existing input documents</a:t>
            </a:r>
            <a:r>
              <a:rPr kumimoji="1" lang="en-US" sz="2000" b="1" smtClean="0">
                <a:latin typeface="Arial Black" panose="020B0A04020102020204" pitchFamily="34" charset="0"/>
                <a:ea typeface="微软雅黑" panose="020B0503020204020204" pitchFamily="34" charset="-122"/>
              </a:rPr>
              <a:t>.</a:t>
            </a:r>
          </a:p>
        </p:txBody>
      </p:sp>
      <p:sp>
        <p:nvSpPr>
          <p:cNvPr id="66" name="標題 1">
            <a:extLst>
              <a:ext uri="{FF2B5EF4-FFF2-40B4-BE49-F238E27FC236}">
                <a16:creationId xmlns:a16="http://schemas.microsoft.com/office/drawing/2014/main" id="{0046A9B4-497D-F373-E0E7-694D2ABF74FF}"/>
              </a:ext>
            </a:extLst>
          </p:cNvPr>
          <p:cNvSpPr txBox="1"/>
          <p:nvPr/>
        </p:nvSpPr>
        <p:spPr>
          <a:xfrm>
            <a:off x="250945" y="201251"/>
            <a:ext cx="8968013" cy="443470"/>
          </a:xfrm>
          <a:prstGeom prst="rect">
            <a:avLst/>
          </a:prstGeom>
          <a:ln w="12700">
            <a:miter lim="400000"/>
          </a:ln>
        </p:spPr>
        <p:txBody>
          <a:bodyPr lIns="46800" tIns="45718" rIns="45718" bIns="45718" anchor="ctr">
            <a:noAutofit/>
          </a:bodyPr>
          <a:lstStyle>
            <a:lvl1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9pPr>
          </a:lstStyle>
          <a:p>
            <a:pPr>
              <a:lnSpc>
                <a:spcPct val="100000"/>
              </a:lnSpc>
              <a:defRPr/>
            </a:pPr>
            <a:r>
              <a:rPr kumimoji="1" lang="fr-FR" altLang="zh-TW" sz="3600" b="1" err="1" smtClean="0">
                <a:solidFill>
                  <a:srgbClr val="002F75"/>
                </a:solidFill>
                <a:latin typeface="Arial Black" panose="020B0604020202020204" pitchFamily="34" charset="0"/>
                <a:cs typeface="Arial Black" panose="020B0604020202020204" pitchFamily="34" charset="0"/>
              </a:rPr>
              <a:t>Current</a:t>
            </a:r>
            <a:r>
              <a:rPr kumimoji="1" lang="fr-FR" altLang="zh-TW" sz="3600" b="1" smtClean="0">
                <a:solidFill>
                  <a:srgbClr val="002F75"/>
                </a:solidFill>
                <a:latin typeface="Arial Black" panose="020B0604020202020204" pitchFamily="34" charset="0"/>
                <a:cs typeface="Arial Black" panose="020B0604020202020204" pitchFamily="34" charset="0"/>
              </a:rPr>
              <a:t> Situation and Objectives</a:t>
            </a:r>
            <a:endParaRPr kumimoji="1" lang="zh-TW" altLang="en-US" sz="3600" b="1">
              <a:solidFill>
                <a:srgbClr val="002F75"/>
              </a:solidFill>
              <a:latin typeface="Arial Black" panose="020B0604020202020204" pitchFamily="34" charset="0"/>
              <a:cs typeface="Arial Black" panose="020B0604020202020204" pitchFamily="34" charset="0"/>
            </a:endParaRPr>
          </a:p>
        </p:txBody>
      </p:sp>
      <p:sp>
        <p:nvSpPr>
          <p:cNvPr id="65" name="文本框 5">
            <a:extLst>
              <a:ext uri="{FF2B5EF4-FFF2-40B4-BE49-F238E27FC236}">
                <a16:creationId xmlns:a16="http://schemas.microsoft.com/office/drawing/2014/main" id="{9CF6FB3D-4300-4C83-FFAF-8C1EDEAAE820}"/>
              </a:ext>
            </a:extLst>
          </p:cNvPr>
          <p:cNvSpPr txBox="1"/>
          <p:nvPr/>
        </p:nvSpPr>
        <p:spPr>
          <a:xfrm>
            <a:off x="1201657" y="4422214"/>
            <a:ext cx="10158711" cy="400110"/>
          </a:xfrm>
          <a:prstGeom prst="rect">
            <a:avLst/>
          </a:prstGeom>
          <a:noFill/>
        </p:spPr>
        <p:txBody>
          <a:bodyPr wrap="square" rtlCol="0">
            <a:spAutoFit/>
          </a:bodyPr>
          <a:lstStyle/>
          <a:p>
            <a:pPr marL="342900" indent="-342900">
              <a:buFont typeface="Arial" panose="020B0604020202020204" pitchFamily="34" charset="0"/>
              <a:buChar char="•"/>
            </a:pPr>
            <a:r>
              <a:rPr kumimoji="1" lang="en-US" sz="2000" b="1" smtClean="0">
                <a:latin typeface="Arial Black" panose="020B0A04020102020204" pitchFamily="34" charset="0"/>
                <a:ea typeface="微软雅黑" panose="020B0503020204020204" pitchFamily="34" charset="-122"/>
              </a:rPr>
              <a:t>Improve </a:t>
            </a:r>
            <a:r>
              <a:rPr kumimoji="1" lang="en-US" sz="2000" b="1">
                <a:latin typeface="Arial Black" panose="020B0A04020102020204" pitchFamily="34" charset="0"/>
                <a:ea typeface="微软雅黑" panose="020B0503020204020204" pitchFamily="34" charset="-122"/>
              </a:rPr>
              <a:t>production efficiency and reduce errors</a:t>
            </a:r>
            <a:r>
              <a:rPr kumimoji="1" lang="en-US" sz="2000" b="1" smtClean="0">
                <a:latin typeface="Arial Black" panose="020B0A04020102020204" pitchFamily="34" charset="0"/>
                <a:ea typeface="微软雅黑" panose="020B0503020204020204" pitchFamily="34" charset="-122"/>
              </a:rPr>
              <a:t>.</a:t>
            </a:r>
          </a:p>
        </p:txBody>
      </p:sp>
      <p:sp>
        <p:nvSpPr>
          <p:cNvPr id="67" name="標題 1">
            <a:extLst>
              <a:ext uri="{FF2B5EF4-FFF2-40B4-BE49-F238E27FC236}">
                <a16:creationId xmlns:a16="http://schemas.microsoft.com/office/drawing/2014/main" id="{FFCC7AA0-2ABB-9C03-EBB0-AB6CCB2E8E82}"/>
              </a:ext>
            </a:extLst>
          </p:cNvPr>
          <p:cNvSpPr txBox="1"/>
          <p:nvPr/>
        </p:nvSpPr>
        <p:spPr>
          <a:xfrm>
            <a:off x="1201657" y="912569"/>
            <a:ext cx="10584080" cy="631036"/>
          </a:xfrm>
          <a:prstGeom prst="rect">
            <a:avLst/>
          </a:prstGeom>
          <a:ln w="12700">
            <a:miter lim="400000"/>
          </a:ln>
        </p:spPr>
        <p:txBody>
          <a:bodyPr lIns="46800" tIns="45718" rIns="45718" bIns="45718" anchor="ctr">
            <a:noAutofit/>
          </a:bodyPr>
          <a:lstStyle>
            <a:lvl1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9pPr>
          </a:lstStyle>
          <a:p>
            <a:pPr>
              <a:lnSpc>
                <a:spcPct val="100000"/>
              </a:lnSpc>
              <a:defRPr/>
            </a:pPr>
            <a:r>
              <a:rPr kumimoji="1" lang="en-US" sz="2800" b="1" smtClean="0">
                <a:solidFill>
                  <a:srgbClr val="D10034"/>
                </a:solidFill>
                <a:latin typeface="Arial Black" panose="020B0A04020102020204" pitchFamily="34" charset="0"/>
              </a:rPr>
              <a:t>1. Current Situation</a:t>
            </a:r>
            <a:endParaRPr kumimoji="1" lang="zh-TW" altLang="en-US" sz="2800" b="1">
              <a:solidFill>
                <a:srgbClr val="D10034"/>
              </a:solidFill>
              <a:latin typeface="Arial Black" panose="020B0A04020102020204" pitchFamily="34" charset="0"/>
            </a:endParaRPr>
          </a:p>
        </p:txBody>
      </p:sp>
      <p:sp>
        <p:nvSpPr>
          <p:cNvPr id="68" name="標題 1">
            <a:extLst>
              <a:ext uri="{FF2B5EF4-FFF2-40B4-BE49-F238E27FC236}">
                <a16:creationId xmlns:a16="http://schemas.microsoft.com/office/drawing/2014/main" id="{FFCC7AA0-2ABB-9C03-EBB0-AB6CCB2E8E82}"/>
              </a:ext>
            </a:extLst>
          </p:cNvPr>
          <p:cNvSpPr txBox="1"/>
          <p:nvPr/>
        </p:nvSpPr>
        <p:spPr>
          <a:xfrm>
            <a:off x="1201657" y="2961151"/>
            <a:ext cx="10584080" cy="631036"/>
          </a:xfrm>
          <a:prstGeom prst="rect">
            <a:avLst/>
          </a:prstGeom>
          <a:ln w="12700">
            <a:miter lim="400000"/>
          </a:ln>
        </p:spPr>
        <p:txBody>
          <a:bodyPr lIns="46800" tIns="45718" rIns="45718" bIns="45718" anchor="ctr">
            <a:noAutofit/>
          </a:bodyPr>
          <a:lstStyle>
            <a:lvl1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9pPr>
          </a:lstStyle>
          <a:p>
            <a:pPr>
              <a:lnSpc>
                <a:spcPct val="100000"/>
              </a:lnSpc>
              <a:defRPr/>
            </a:pPr>
            <a:r>
              <a:rPr kumimoji="1" lang="en-US" sz="2800" b="1" smtClean="0">
                <a:solidFill>
                  <a:srgbClr val="D10034"/>
                </a:solidFill>
                <a:latin typeface="Arial Black" panose="020B0A04020102020204" pitchFamily="34" charset="0"/>
              </a:rPr>
              <a:t>2. Objectives</a:t>
            </a:r>
            <a:endParaRPr kumimoji="1" lang="zh-TW" altLang="en-US" sz="2800" b="1">
              <a:solidFill>
                <a:srgbClr val="D10034"/>
              </a:solidFill>
              <a:latin typeface="Arial Black" panose="020B0A04020102020204" pitchFamily="34" charset="0"/>
            </a:endParaRPr>
          </a:p>
        </p:txBody>
      </p:sp>
      <p:sp>
        <p:nvSpPr>
          <p:cNvPr id="69" name="文本框 5">
            <a:extLst>
              <a:ext uri="{FF2B5EF4-FFF2-40B4-BE49-F238E27FC236}">
                <a16:creationId xmlns:a16="http://schemas.microsoft.com/office/drawing/2014/main" id="{9CF6FB3D-4300-4C83-FFAF-8C1EDEAAE820}"/>
              </a:ext>
            </a:extLst>
          </p:cNvPr>
          <p:cNvSpPr txBox="1"/>
          <p:nvPr/>
        </p:nvSpPr>
        <p:spPr>
          <a:xfrm>
            <a:off x="1201657" y="1661420"/>
            <a:ext cx="10158711" cy="400110"/>
          </a:xfrm>
          <a:prstGeom prst="rect">
            <a:avLst/>
          </a:prstGeom>
          <a:noFill/>
        </p:spPr>
        <p:txBody>
          <a:bodyPr wrap="square" rtlCol="0">
            <a:spAutoFit/>
          </a:bodyPr>
          <a:lstStyle/>
          <a:p>
            <a:pPr marL="342900" indent="-342900">
              <a:buFont typeface="Arial" panose="020B0604020202020204" pitchFamily="34" charset="0"/>
              <a:buChar char="•"/>
            </a:pPr>
            <a:r>
              <a:rPr kumimoji="1" lang="en-US" sz="2000" smtClean="0">
                <a:latin typeface="Arial Black" panose="020B0A04020102020204" pitchFamily="34" charset="0"/>
                <a:ea typeface="微软雅黑" panose="020B0503020204020204" pitchFamily="34" charset="-122"/>
              </a:rPr>
              <a:t>SOPs are created manually</a:t>
            </a:r>
            <a:r>
              <a:rPr kumimoji="1" lang="en-US" sz="2000">
                <a:latin typeface="Arial Black" panose="020B0A04020102020204" pitchFamily="34" charset="0"/>
                <a:ea typeface="微软雅黑" panose="020B0503020204020204" pitchFamily="34" charset="-122"/>
              </a:rPr>
              <a:t>, leading to inconsistencies and </a:t>
            </a:r>
            <a:r>
              <a:rPr kumimoji="1" lang="en-US" sz="2000" smtClean="0">
                <a:latin typeface="Arial Black" panose="020B0A04020102020204" pitchFamily="34" charset="0"/>
                <a:ea typeface="微软雅黑" panose="020B0503020204020204" pitchFamily="34" charset="-122"/>
              </a:rPr>
              <a:t>errors.</a:t>
            </a:r>
            <a:endParaRPr kumimoji="1" lang="en-US" sz="2000">
              <a:latin typeface="Arial Black" panose="020B0A04020102020204" pitchFamily="34" charset="0"/>
              <a:ea typeface="微软雅黑" panose="020B0503020204020204" pitchFamily="34" charset="-122"/>
            </a:endParaRPr>
          </a:p>
        </p:txBody>
      </p:sp>
      <p:sp>
        <p:nvSpPr>
          <p:cNvPr id="70" name="文本框 5">
            <a:extLst>
              <a:ext uri="{FF2B5EF4-FFF2-40B4-BE49-F238E27FC236}">
                <a16:creationId xmlns:a16="http://schemas.microsoft.com/office/drawing/2014/main" id="{9CF6FB3D-4300-4C83-FFAF-8C1EDEAAE820}"/>
              </a:ext>
            </a:extLst>
          </p:cNvPr>
          <p:cNvSpPr txBox="1"/>
          <p:nvPr/>
        </p:nvSpPr>
        <p:spPr>
          <a:xfrm>
            <a:off x="1208125" y="2109173"/>
            <a:ext cx="10158711" cy="400110"/>
          </a:xfrm>
          <a:prstGeom prst="rect">
            <a:avLst/>
          </a:prstGeom>
          <a:noFill/>
        </p:spPr>
        <p:txBody>
          <a:bodyPr wrap="square" rtlCol="0">
            <a:spAutoFit/>
          </a:bodyPr>
          <a:lstStyle/>
          <a:p>
            <a:pPr marL="342900" indent="-342900">
              <a:buFont typeface="Arial" panose="020B0604020202020204" pitchFamily="34" charset="0"/>
              <a:buChar char="•"/>
            </a:pPr>
            <a:r>
              <a:rPr kumimoji="1" lang="en-US" sz="2000">
                <a:latin typeface="Arial Black" panose="020B0A04020102020204" pitchFamily="34" charset="0"/>
                <a:ea typeface="微软雅黑" panose="020B0503020204020204" pitchFamily="34" charset="-122"/>
              </a:rPr>
              <a:t>The process of creating SOP takes a lot of time.</a:t>
            </a:r>
          </a:p>
        </p:txBody>
      </p:sp>
      <p:sp>
        <p:nvSpPr>
          <p:cNvPr id="3" name="Rounded Rectangle 2"/>
          <p:cNvSpPr/>
          <p:nvPr/>
        </p:nvSpPr>
        <p:spPr>
          <a:xfrm>
            <a:off x="2298999" y="5305735"/>
            <a:ext cx="7964025" cy="583211"/>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sz="2000" b="1" smtClean="0">
                <a:solidFill>
                  <a:schemeClr val="tx1"/>
                </a:solidFill>
                <a:latin typeface="Arial Black" panose="020B0A04020102020204" pitchFamily="34" charset="0"/>
                <a:ea typeface="微软雅黑" panose="020B0503020204020204" pitchFamily="34" charset="-122"/>
              </a:rPr>
              <a:t>An automated </a:t>
            </a:r>
            <a:r>
              <a:rPr kumimoji="1" lang="en-US" sz="2000" b="1">
                <a:solidFill>
                  <a:schemeClr val="tx1"/>
                </a:solidFill>
                <a:latin typeface="Arial Black" panose="020B0A04020102020204" pitchFamily="34" charset="0"/>
                <a:ea typeface="微软雅黑" panose="020B0503020204020204" pitchFamily="34" charset="-122"/>
              </a:rPr>
              <a:t>system that creates </a:t>
            </a:r>
            <a:r>
              <a:rPr kumimoji="1" lang="en-US" sz="2000" b="1" smtClean="0">
                <a:solidFill>
                  <a:schemeClr val="tx1"/>
                </a:solidFill>
                <a:latin typeface="Arial Black" panose="020B0A04020102020204" pitchFamily="34" charset="0"/>
                <a:ea typeface="微软雅黑" panose="020B0503020204020204" pitchFamily="34" charset="-122"/>
              </a:rPr>
              <a:t>SOP.</a:t>
            </a:r>
            <a:endParaRPr kumimoji="1" lang="en-US" sz="2000" b="1">
              <a:solidFill>
                <a:schemeClr val="tx1"/>
              </a:solidFill>
              <a:latin typeface="Arial Black" panose="020B0A04020102020204" pitchFamily="34" charset="0"/>
              <a:ea typeface="微软雅黑" panose="020B0503020204020204" pitchFamily="34" charset="-122"/>
            </a:endParaRPr>
          </a:p>
        </p:txBody>
      </p:sp>
      <p:sp>
        <p:nvSpPr>
          <p:cNvPr id="71" name="Slide Number Placeholder 1">
            <a:extLst>
              <a:ext uri="{FF2B5EF4-FFF2-40B4-BE49-F238E27FC236}">
                <a16:creationId xmlns:a16="http://schemas.microsoft.com/office/drawing/2014/main" id="{D316A34E-783E-B91D-7279-15D236641CC6}"/>
              </a:ext>
            </a:extLst>
          </p:cNvPr>
          <p:cNvSpPr>
            <a:spLocks noGrp="1"/>
          </p:cNvSpPr>
          <p:nvPr>
            <p:ph type="sldNum" sz="quarter" idx="4"/>
          </p:nvPr>
        </p:nvSpPr>
        <p:spPr>
          <a:xfrm>
            <a:off x="11652013" y="6626154"/>
            <a:ext cx="461682" cy="219262"/>
          </a:xfrm>
        </p:spPr>
        <p:txBody>
          <a:bodyPr/>
          <a:lstStyle/>
          <a:p>
            <a:r>
              <a:rPr lang="en-US" smtClean="0"/>
              <a:t>2</a:t>
            </a:r>
            <a:endParaRPr lang="en-US"/>
          </a:p>
        </p:txBody>
      </p:sp>
      <p:sp>
        <p:nvSpPr>
          <p:cNvPr id="15" name="Freeform 6"/>
          <p:cNvSpPr/>
          <p:nvPr/>
        </p:nvSpPr>
        <p:spPr>
          <a:xfrm>
            <a:off x="1208125" y="5305736"/>
            <a:ext cx="762690" cy="583211"/>
          </a:xfrm>
          <a:custGeom>
            <a:avLst/>
            <a:gdLst/>
            <a:ahLst/>
            <a:cxnLst/>
            <a:rect l="l" t="t" r="r" b="b"/>
            <a:pathLst>
              <a:path w="1265546" h="949159">
                <a:moveTo>
                  <a:pt x="0" y="0"/>
                </a:moveTo>
                <a:lnTo>
                  <a:pt x="1265546" y="0"/>
                </a:lnTo>
                <a:lnTo>
                  <a:pt x="1265546" y="949160"/>
                </a:lnTo>
                <a:lnTo>
                  <a:pt x="0" y="949160"/>
                </a:lnTo>
                <a:lnTo>
                  <a:pt x="0" y="0"/>
                </a:lnTo>
                <a:close/>
              </a:path>
            </a:pathLst>
          </a:custGeom>
          <a:blipFill>
            <a:blip r:embed="rId2">
              <a:extLst>
                <a:ext uri="{96DAC541-7B7A-43D3-8B79-37D633B846F1}">
                  <asvg:svgBlip xmlns="" xmlns:asvg="http://schemas.microsoft.com/office/drawing/2016/SVG/main" r:embed="rId11"/>
                </a:ext>
              </a:extLst>
            </a:blip>
            <a:stretch>
              <a:fillRect/>
            </a:stretch>
          </a:blipFill>
        </p:spPr>
      </p:sp>
    </p:spTree>
    <p:extLst>
      <p:ext uri="{BB962C8B-B14F-4D97-AF65-F5344CB8AC3E}">
        <p14:creationId xmlns:p14="http://schemas.microsoft.com/office/powerpoint/2010/main" val="3626268121"/>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16A34E-783E-B91D-7279-15D236641CC6}"/>
              </a:ext>
            </a:extLst>
          </p:cNvPr>
          <p:cNvSpPr>
            <a:spLocks noGrp="1"/>
          </p:cNvSpPr>
          <p:nvPr>
            <p:ph type="sldNum" sz="quarter" idx="4"/>
          </p:nvPr>
        </p:nvSpPr>
        <p:spPr/>
        <p:txBody>
          <a:bodyPr/>
          <a:lstStyle/>
          <a:p>
            <a:fld id="{5285558A-1915-2348-AF36-B9A83F1D0F14}" type="slidenum">
              <a:rPr lang="en-US" smtClean="0"/>
              <a:pPr/>
              <a:t>4</a:t>
            </a:fld>
            <a:endParaRPr lang="en-US"/>
          </a:p>
        </p:txBody>
      </p:sp>
      <p:sp>
        <p:nvSpPr>
          <p:cNvPr id="66" name="標題 1">
            <a:extLst>
              <a:ext uri="{FF2B5EF4-FFF2-40B4-BE49-F238E27FC236}">
                <a16:creationId xmlns:a16="http://schemas.microsoft.com/office/drawing/2014/main" id="{0046A9B4-497D-F373-E0E7-694D2ABF74FF}"/>
              </a:ext>
            </a:extLst>
          </p:cNvPr>
          <p:cNvSpPr txBox="1"/>
          <p:nvPr/>
        </p:nvSpPr>
        <p:spPr>
          <a:xfrm>
            <a:off x="250945" y="201251"/>
            <a:ext cx="8968013" cy="443470"/>
          </a:xfrm>
          <a:prstGeom prst="rect">
            <a:avLst/>
          </a:prstGeom>
          <a:ln w="12700">
            <a:miter lim="400000"/>
          </a:ln>
        </p:spPr>
        <p:txBody>
          <a:bodyPr lIns="46800" tIns="45718" rIns="45718" bIns="45718" anchor="ctr">
            <a:noAutofit/>
          </a:bodyPr>
          <a:lstStyle>
            <a:lvl1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9pPr>
          </a:lstStyle>
          <a:p>
            <a:pPr>
              <a:lnSpc>
                <a:spcPct val="100000"/>
              </a:lnSpc>
              <a:defRPr/>
            </a:pPr>
            <a:r>
              <a:rPr kumimoji="1" lang="fr-FR" altLang="zh-TW" sz="3600" b="1" err="1" smtClean="0">
                <a:solidFill>
                  <a:srgbClr val="002F75"/>
                </a:solidFill>
                <a:latin typeface="Arial Black" panose="020B0604020202020204" pitchFamily="34" charset="0"/>
                <a:cs typeface="Arial Black" panose="020B0604020202020204" pitchFamily="34" charset="0"/>
              </a:rPr>
              <a:t>Flowchart</a:t>
            </a:r>
            <a:endParaRPr kumimoji="1" lang="zh-TW" altLang="en-US" sz="3600" b="1">
              <a:solidFill>
                <a:srgbClr val="002F75"/>
              </a:solidFill>
              <a:latin typeface="Arial Black" panose="020B0604020202020204" pitchFamily="34" charset="0"/>
              <a:cs typeface="Arial Black" panose="020B0604020202020204" pitchFamily="34" charset="0"/>
            </a:endParaRPr>
          </a:p>
        </p:txBody>
      </p:sp>
      <p:sp>
        <p:nvSpPr>
          <p:cNvPr id="4" name="Freeform 3"/>
          <p:cNvSpPr/>
          <p:nvPr/>
        </p:nvSpPr>
        <p:spPr>
          <a:xfrm>
            <a:off x="727982" y="2351555"/>
            <a:ext cx="2121681" cy="1749943"/>
          </a:xfrm>
          <a:custGeom>
            <a:avLst/>
            <a:gdLst>
              <a:gd name="connsiteX0" fmla="*/ 0 w 2121681"/>
              <a:gd name="connsiteY0" fmla="*/ 174994 h 1749943"/>
              <a:gd name="connsiteX1" fmla="*/ 174994 w 2121681"/>
              <a:gd name="connsiteY1" fmla="*/ 0 h 1749943"/>
              <a:gd name="connsiteX2" fmla="*/ 1946687 w 2121681"/>
              <a:gd name="connsiteY2" fmla="*/ 0 h 1749943"/>
              <a:gd name="connsiteX3" fmla="*/ 2121681 w 2121681"/>
              <a:gd name="connsiteY3" fmla="*/ 174994 h 1749943"/>
              <a:gd name="connsiteX4" fmla="*/ 2121681 w 2121681"/>
              <a:gd name="connsiteY4" fmla="*/ 1574949 h 1749943"/>
              <a:gd name="connsiteX5" fmla="*/ 1946687 w 2121681"/>
              <a:gd name="connsiteY5" fmla="*/ 1749943 h 1749943"/>
              <a:gd name="connsiteX6" fmla="*/ 174994 w 2121681"/>
              <a:gd name="connsiteY6" fmla="*/ 1749943 h 1749943"/>
              <a:gd name="connsiteX7" fmla="*/ 0 w 2121681"/>
              <a:gd name="connsiteY7" fmla="*/ 1574949 h 1749943"/>
              <a:gd name="connsiteX8" fmla="*/ 0 w 2121681"/>
              <a:gd name="connsiteY8" fmla="*/ 174994 h 1749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1681" h="1749943">
                <a:moveTo>
                  <a:pt x="0" y="174994"/>
                </a:moveTo>
                <a:cubicBezTo>
                  <a:pt x="0" y="78347"/>
                  <a:pt x="78347" y="0"/>
                  <a:pt x="174994" y="0"/>
                </a:cubicBezTo>
                <a:lnTo>
                  <a:pt x="1946687" y="0"/>
                </a:lnTo>
                <a:cubicBezTo>
                  <a:pt x="2043334" y="0"/>
                  <a:pt x="2121681" y="78347"/>
                  <a:pt x="2121681" y="174994"/>
                </a:cubicBezTo>
                <a:lnTo>
                  <a:pt x="2121681" y="1574949"/>
                </a:lnTo>
                <a:cubicBezTo>
                  <a:pt x="2121681" y="1671596"/>
                  <a:pt x="2043334" y="1749943"/>
                  <a:pt x="1946687" y="1749943"/>
                </a:cubicBezTo>
                <a:lnTo>
                  <a:pt x="174994" y="1749943"/>
                </a:lnTo>
                <a:cubicBezTo>
                  <a:pt x="78347" y="1749943"/>
                  <a:pt x="0" y="1671596"/>
                  <a:pt x="0" y="1574949"/>
                </a:cubicBezTo>
                <a:lnTo>
                  <a:pt x="0" y="174994"/>
                </a:lnTo>
                <a:close/>
              </a:path>
            </a:pathLst>
          </a:custGeom>
        </p:spPr>
        <p:style>
          <a:lnRef idx="1">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64096" tIns="164096" rIns="164096" bIns="539084" numCol="1" spcCol="1270" anchor="t" anchorCtr="0">
            <a:noAutofit/>
          </a:bodyPr>
          <a:lstStyle/>
          <a:p>
            <a:pPr marL="171450" lvl="1" indent="-171450" algn="l" defTabSz="800100">
              <a:lnSpc>
                <a:spcPct val="90000"/>
              </a:lnSpc>
              <a:spcBef>
                <a:spcPct val="0"/>
              </a:spcBef>
              <a:spcAft>
                <a:spcPct val="15000"/>
              </a:spcAft>
              <a:buChar char="••"/>
            </a:pPr>
            <a:r>
              <a:rPr lang="en-US" sz="1800" b="1" kern="1200" smtClean="0"/>
              <a:t>Manufacturing Documents</a:t>
            </a:r>
            <a:endParaRPr lang="en-US" sz="1800" b="1" kern="1200"/>
          </a:p>
          <a:p>
            <a:pPr marL="171450" lvl="1" indent="-171450" algn="l" defTabSz="800100">
              <a:lnSpc>
                <a:spcPct val="90000"/>
              </a:lnSpc>
              <a:spcBef>
                <a:spcPct val="0"/>
              </a:spcBef>
              <a:spcAft>
                <a:spcPct val="15000"/>
              </a:spcAft>
              <a:buChar char="••"/>
            </a:pPr>
            <a:r>
              <a:rPr lang="en-US" sz="1800" b="1" kern="1200" smtClean="0"/>
              <a:t>BOM</a:t>
            </a:r>
            <a:endParaRPr lang="en-US" sz="1800" b="1" kern="1200"/>
          </a:p>
          <a:p>
            <a:pPr marL="171450" lvl="1" indent="-171450" algn="l" defTabSz="800100">
              <a:lnSpc>
                <a:spcPct val="90000"/>
              </a:lnSpc>
              <a:spcBef>
                <a:spcPct val="0"/>
              </a:spcBef>
              <a:spcAft>
                <a:spcPct val="15000"/>
              </a:spcAft>
              <a:buChar char="••"/>
            </a:pPr>
            <a:r>
              <a:rPr lang="en-US" sz="1800" b="1" kern="1200" smtClean="0"/>
              <a:t>Operation Video</a:t>
            </a:r>
            <a:endParaRPr lang="en-US" sz="1800" b="1" kern="1200"/>
          </a:p>
        </p:txBody>
      </p:sp>
      <p:sp>
        <p:nvSpPr>
          <p:cNvPr id="5" name="Shape 4"/>
          <p:cNvSpPr/>
          <p:nvPr/>
        </p:nvSpPr>
        <p:spPr>
          <a:xfrm>
            <a:off x="1889526" y="2563814"/>
            <a:ext cx="2623010" cy="2623010"/>
          </a:xfrm>
          <a:prstGeom prst="leftCircularArrow">
            <a:avLst>
              <a:gd name="adj1" fmla="val 3312"/>
              <a:gd name="adj2" fmla="val 409143"/>
              <a:gd name="adj3" fmla="val 2184654"/>
              <a:gd name="adj4" fmla="val 9024489"/>
              <a:gd name="adj5" fmla="val 3864"/>
            </a:avLst>
          </a:pr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sp>
      <p:sp>
        <p:nvSpPr>
          <p:cNvPr id="6" name="Freeform 5"/>
          <p:cNvSpPr/>
          <p:nvPr/>
        </p:nvSpPr>
        <p:spPr>
          <a:xfrm>
            <a:off x="1199467" y="3726510"/>
            <a:ext cx="1885938" cy="749975"/>
          </a:xfrm>
          <a:custGeom>
            <a:avLst/>
            <a:gdLst>
              <a:gd name="connsiteX0" fmla="*/ 0 w 1885938"/>
              <a:gd name="connsiteY0" fmla="*/ 74998 h 749975"/>
              <a:gd name="connsiteX1" fmla="*/ 74998 w 1885938"/>
              <a:gd name="connsiteY1" fmla="*/ 0 h 749975"/>
              <a:gd name="connsiteX2" fmla="*/ 1810941 w 1885938"/>
              <a:gd name="connsiteY2" fmla="*/ 0 h 749975"/>
              <a:gd name="connsiteX3" fmla="*/ 1885939 w 1885938"/>
              <a:gd name="connsiteY3" fmla="*/ 74998 h 749975"/>
              <a:gd name="connsiteX4" fmla="*/ 1885938 w 1885938"/>
              <a:gd name="connsiteY4" fmla="*/ 674978 h 749975"/>
              <a:gd name="connsiteX5" fmla="*/ 1810940 w 1885938"/>
              <a:gd name="connsiteY5" fmla="*/ 749976 h 749975"/>
              <a:gd name="connsiteX6" fmla="*/ 74998 w 1885938"/>
              <a:gd name="connsiteY6" fmla="*/ 749975 h 749975"/>
              <a:gd name="connsiteX7" fmla="*/ 0 w 1885938"/>
              <a:gd name="connsiteY7" fmla="*/ 674977 h 749975"/>
              <a:gd name="connsiteX8" fmla="*/ 0 w 1885938"/>
              <a:gd name="connsiteY8" fmla="*/ 74998 h 749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5938" h="749975">
                <a:moveTo>
                  <a:pt x="0" y="74998"/>
                </a:moveTo>
                <a:cubicBezTo>
                  <a:pt x="0" y="33578"/>
                  <a:pt x="33578" y="0"/>
                  <a:pt x="74998" y="0"/>
                </a:cubicBezTo>
                <a:lnTo>
                  <a:pt x="1810941" y="0"/>
                </a:lnTo>
                <a:cubicBezTo>
                  <a:pt x="1852361" y="0"/>
                  <a:pt x="1885939" y="33578"/>
                  <a:pt x="1885939" y="74998"/>
                </a:cubicBezTo>
                <a:cubicBezTo>
                  <a:pt x="1885939" y="274991"/>
                  <a:pt x="1885938" y="474985"/>
                  <a:pt x="1885938" y="674978"/>
                </a:cubicBezTo>
                <a:cubicBezTo>
                  <a:pt x="1885938" y="716398"/>
                  <a:pt x="1852360" y="749976"/>
                  <a:pt x="1810940" y="749976"/>
                </a:cubicBezTo>
                <a:lnTo>
                  <a:pt x="74998" y="749975"/>
                </a:lnTo>
                <a:cubicBezTo>
                  <a:pt x="33578" y="749975"/>
                  <a:pt x="0" y="716397"/>
                  <a:pt x="0" y="674977"/>
                </a:cubicBezTo>
                <a:lnTo>
                  <a:pt x="0" y="74998"/>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63876" tIns="49906" rIns="63876" bIns="49906" numCol="1" spcCol="1270" anchor="ctr" anchorCtr="0">
            <a:noAutofit/>
          </a:bodyPr>
          <a:lstStyle/>
          <a:p>
            <a:pPr lvl="0" algn="ctr" defTabSz="977900">
              <a:lnSpc>
                <a:spcPct val="90000"/>
              </a:lnSpc>
              <a:spcBef>
                <a:spcPct val="0"/>
              </a:spcBef>
              <a:spcAft>
                <a:spcPct val="35000"/>
              </a:spcAft>
            </a:pPr>
            <a:r>
              <a:rPr lang="en-US" sz="2200" b="1" kern="1200" smtClean="0"/>
              <a:t>Input</a:t>
            </a:r>
            <a:endParaRPr lang="en-US" sz="2200" kern="1200"/>
          </a:p>
        </p:txBody>
      </p:sp>
      <p:sp>
        <p:nvSpPr>
          <p:cNvPr id="7" name="Freeform 6"/>
          <p:cNvSpPr/>
          <p:nvPr/>
        </p:nvSpPr>
        <p:spPr>
          <a:xfrm>
            <a:off x="3499124" y="2351555"/>
            <a:ext cx="2440400" cy="1749943"/>
          </a:xfrm>
          <a:custGeom>
            <a:avLst/>
            <a:gdLst>
              <a:gd name="connsiteX0" fmla="*/ 0 w 2440400"/>
              <a:gd name="connsiteY0" fmla="*/ 174994 h 1749943"/>
              <a:gd name="connsiteX1" fmla="*/ 174994 w 2440400"/>
              <a:gd name="connsiteY1" fmla="*/ 0 h 1749943"/>
              <a:gd name="connsiteX2" fmla="*/ 2265406 w 2440400"/>
              <a:gd name="connsiteY2" fmla="*/ 0 h 1749943"/>
              <a:gd name="connsiteX3" fmla="*/ 2440400 w 2440400"/>
              <a:gd name="connsiteY3" fmla="*/ 174994 h 1749943"/>
              <a:gd name="connsiteX4" fmla="*/ 2440400 w 2440400"/>
              <a:gd name="connsiteY4" fmla="*/ 1574949 h 1749943"/>
              <a:gd name="connsiteX5" fmla="*/ 2265406 w 2440400"/>
              <a:gd name="connsiteY5" fmla="*/ 1749943 h 1749943"/>
              <a:gd name="connsiteX6" fmla="*/ 174994 w 2440400"/>
              <a:gd name="connsiteY6" fmla="*/ 1749943 h 1749943"/>
              <a:gd name="connsiteX7" fmla="*/ 0 w 2440400"/>
              <a:gd name="connsiteY7" fmla="*/ 1574949 h 1749943"/>
              <a:gd name="connsiteX8" fmla="*/ 0 w 2440400"/>
              <a:gd name="connsiteY8" fmla="*/ 174994 h 1749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40400" h="1749943">
                <a:moveTo>
                  <a:pt x="0" y="174994"/>
                </a:moveTo>
                <a:cubicBezTo>
                  <a:pt x="0" y="78347"/>
                  <a:pt x="78347" y="0"/>
                  <a:pt x="174994" y="0"/>
                </a:cubicBezTo>
                <a:lnTo>
                  <a:pt x="2265406" y="0"/>
                </a:lnTo>
                <a:cubicBezTo>
                  <a:pt x="2362053" y="0"/>
                  <a:pt x="2440400" y="78347"/>
                  <a:pt x="2440400" y="174994"/>
                </a:cubicBezTo>
                <a:lnTo>
                  <a:pt x="2440400" y="1574949"/>
                </a:lnTo>
                <a:cubicBezTo>
                  <a:pt x="2440400" y="1671596"/>
                  <a:pt x="2362053" y="1749943"/>
                  <a:pt x="2265406" y="1749943"/>
                </a:cubicBezTo>
                <a:lnTo>
                  <a:pt x="174994" y="1749943"/>
                </a:lnTo>
                <a:cubicBezTo>
                  <a:pt x="78347" y="1749943"/>
                  <a:pt x="0" y="1671596"/>
                  <a:pt x="0" y="1574949"/>
                </a:cubicBezTo>
                <a:lnTo>
                  <a:pt x="0" y="174994"/>
                </a:lnTo>
                <a:close/>
              </a:path>
            </a:pathLst>
          </a:custGeom>
        </p:spPr>
        <p:style>
          <a:lnRef idx="1">
            <a:schemeClr val="accent5">
              <a:hueOff val="-2451115"/>
              <a:satOff val="-3409"/>
              <a:lumOff val="-1307"/>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64096" tIns="539084" rIns="164096" bIns="164096" numCol="1" spcCol="1270" anchor="t" anchorCtr="0">
            <a:noAutofit/>
          </a:bodyPr>
          <a:lstStyle/>
          <a:p>
            <a:pPr marL="171450" lvl="1" indent="-171450" algn="l" defTabSz="800100">
              <a:lnSpc>
                <a:spcPct val="90000"/>
              </a:lnSpc>
              <a:spcBef>
                <a:spcPct val="0"/>
              </a:spcBef>
              <a:spcAft>
                <a:spcPct val="15000"/>
              </a:spcAft>
              <a:buChar char="••"/>
            </a:pPr>
            <a:r>
              <a:rPr lang="en-US" sz="1800" b="1" kern="1200" smtClean="0"/>
              <a:t>Analyze Information</a:t>
            </a:r>
            <a:endParaRPr lang="en-US" sz="1800" b="1" kern="1200"/>
          </a:p>
          <a:p>
            <a:pPr marL="171450" lvl="1" indent="-171450" algn="l" defTabSz="800100">
              <a:lnSpc>
                <a:spcPct val="90000"/>
              </a:lnSpc>
              <a:spcBef>
                <a:spcPct val="0"/>
              </a:spcBef>
              <a:spcAft>
                <a:spcPct val="15000"/>
              </a:spcAft>
              <a:buChar char="••"/>
            </a:pPr>
            <a:r>
              <a:rPr lang="en-US" sz="1800" b="1" kern="1200" smtClean="0"/>
              <a:t>Create SOP</a:t>
            </a:r>
            <a:endParaRPr lang="en-US" sz="1800" b="1" kern="1200"/>
          </a:p>
        </p:txBody>
      </p:sp>
      <p:sp>
        <p:nvSpPr>
          <p:cNvPr id="8" name="Circular Arrow 7"/>
          <p:cNvSpPr/>
          <p:nvPr/>
        </p:nvSpPr>
        <p:spPr>
          <a:xfrm>
            <a:off x="4814299" y="1243997"/>
            <a:ext cx="2710850" cy="2710850"/>
          </a:xfrm>
          <a:prstGeom prst="circularArrow">
            <a:avLst>
              <a:gd name="adj1" fmla="val 3205"/>
              <a:gd name="adj2" fmla="val 394880"/>
              <a:gd name="adj3" fmla="val 19429609"/>
              <a:gd name="adj4" fmla="val 12575511"/>
              <a:gd name="adj5" fmla="val 3739"/>
            </a:avLst>
          </a:prstGeom>
        </p:spPr>
        <p:style>
          <a:lnRef idx="0">
            <a:schemeClr val="lt1">
              <a:hueOff val="0"/>
              <a:satOff val="0"/>
              <a:lumOff val="0"/>
              <a:alphaOff val="0"/>
            </a:schemeClr>
          </a:lnRef>
          <a:fillRef idx="3">
            <a:schemeClr val="accent5">
              <a:hueOff val="-3676672"/>
              <a:satOff val="-5114"/>
              <a:lumOff val="-1961"/>
              <a:alphaOff val="0"/>
            </a:schemeClr>
          </a:fillRef>
          <a:effectRef idx="2">
            <a:schemeClr val="accent5">
              <a:hueOff val="-3676672"/>
              <a:satOff val="-5114"/>
              <a:lumOff val="-1961"/>
              <a:alphaOff val="0"/>
            </a:schemeClr>
          </a:effectRef>
          <a:fontRef idx="minor">
            <a:schemeClr val="lt1"/>
          </a:fontRef>
        </p:style>
      </p:sp>
      <p:sp>
        <p:nvSpPr>
          <p:cNvPr id="9" name="Freeform 8"/>
          <p:cNvSpPr/>
          <p:nvPr/>
        </p:nvSpPr>
        <p:spPr>
          <a:xfrm>
            <a:off x="4129968" y="1976567"/>
            <a:ext cx="1885938" cy="749975"/>
          </a:xfrm>
          <a:custGeom>
            <a:avLst/>
            <a:gdLst>
              <a:gd name="connsiteX0" fmla="*/ 0 w 1885938"/>
              <a:gd name="connsiteY0" fmla="*/ 74998 h 749975"/>
              <a:gd name="connsiteX1" fmla="*/ 74998 w 1885938"/>
              <a:gd name="connsiteY1" fmla="*/ 0 h 749975"/>
              <a:gd name="connsiteX2" fmla="*/ 1810941 w 1885938"/>
              <a:gd name="connsiteY2" fmla="*/ 0 h 749975"/>
              <a:gd name="connsiteX3" fmla="*/ 1885939 w 1885938"/>
              <a:gd name="connsiteY3" fmla="*/ 74998 h 749975"/>
              <a:gd name="connsiteX4" fmla="*/ 1885938 w 1885938"/>
              <a:gd name="connsiteY4" fmla="*/ 674978 h 749975"/>
              <a:gd name="connsiteX5" fmla="*/ 1810940 w 1885938"/>
              <a:gd name="connsiteY5" fmla="*/ 749976 h 749975"/>
              <a:gd name="connsiteX6" fmla="*/ 74998 w 1885938"/>
              <a:gd name="connsiteY6" fmla="*/ 749975 h 749975"/>
              <a:gd name="connsiteX7" fmla="*/ 0 w 1885938"/>
              <a:gd name="connsiteY7" fmla="*/ 674977 h 749975"/>
              <a:gd name="connsiteX8" fmla="*/ 0 w 1885938"/>
              <a:gd name="connsiteY8" fmla="*/ 74998 h 749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5938" h="749975">
                <a:moveTo>
                  <a:pt x="0" y="74998"/>
                </a:moveTo>
                <a:cubicBezTo>
                  <a:pt x="0" y="33578"/>
                  <a:pt x="33578" y="0"/>
                  <a:pt x="74998" y="0"/>
                </a:cubicBezTo>
                <a:lnTo>
                  <a:pt x="1810941" y="0"/>
                </a:lnTo>
                <a:cubicBezTo>
                  <a:pt x="1852361" y="0"/>
                  <a:pt x="1885939" y="33578"/>
                  <a:pt x="1885939" y="74998"/>
                </a:cubicBezTo>
                <a:cubicBezTo>
                  <a:pt x="1885939" y="274991"/>
                  <a:pt x="1885938" y="474985"/>
                  <a:pt x="1885938" y="674978"/>
                </a:cubicBezTo>
                <a:cubicBezTo>
                  <a:pt x="1885938" y="716398"/>
                  <a:pt x="1852360" y="749976"/>
                  <a:pt x="1810940" y="749976"/>
                </a:cubicBezTo>
                <a:lnTo>
                  <a:pt x="74998" y="749975"/>
                </a:lnTo>
                <a:cubicBezTo>
                  <a:pt x="33578" y="749975"/>
                  <a:pt x="0" y="716397"/>
                  <a:pt x="0" y="674977"/>
                </a:cubicBezTo>
                <a:lnTo>
                  <a:pt x="0" y="74998"/>
                </a:lnTo>
                <a:close/>
              </a:path>
            </a:pathLst>
          </a:custGeom>
        </p:spPr>
        <p:style>
          <a:lnRef idx="0">
            <a:schemeClr val="lt1">
              <a:hueOff val="0"/>
              <a:satOff val="0"/>
              <a:lumOff val="0"/>
              <a:alphaOff val="0"/>
            </a:schemeClr>
          </a:lnRef>
          <a:fillRef idx="3">
            <a:schemeClr val="accent5">
              <a:hueOff val="-2451115"/>
              <a:satOff val="-3409"/>
              <a:lumOff val="-1307"/>
              <a:alphaOff val="0"/>
            </a:schemeClr>
          </a:fillRef>
          <a:effectRef idx="2">
            <a:schemeClr val="accent5">
              <a:hueOff val="-2451115"/>
              <a:satOff val="-3409"/>
              <a:lumOff val="-1307"/>
              <a:alphaOff val="0"/>
            </a:schemeClr>
          </a:effectRef>
          <a:fontRef idx="minor">
            <a:schemeClr val="lt1"/>
          </a:fontRef>
        </p:style>
        <p:txBody>
          <a:bodyPr spcFirstLastPara="0" vert="horz" wrap="square" lIns="63876" tIns="49906" rIns="63876" bIns="49906" numCol="1" spcCol="1270" anchor="ctr" anchorCtr="0">
            <a:noAutofit/>
          </a:bodyPr>
          <a:lstStyle/>
          <a:p>
            <a:pPr lvl="0" algn="ctr" defTabSz="977900">
              <a:lnSpc>
                <a:spcPct val="90000"/>
              </a:lnSpc>
              <a:spcBef>
                <a:spcPct val="0"/>
              </a:spcBef>
              <a:spcAft>
                <a:spcPct val="35000"/>
              </a:spcAft>
            </a:pPr>
            <a:r>
              <a:rPr lang="en-US" sz="2200" b="1" kern="1200" smtClean="0"/>
              <a:t>Processing System</a:t>
            </a:r>
            <a:endParaRPr lang="en-US" sz="2200" b="1" kern="1200"/>
          </a:p>
        </p:txBody>
      </p:sp>
      <p:sp>
        <p:nvSpPr>
          <p:cNvPr id="10" name="Freeform 9"/>
          <p:cNvSpPr/>
          <p:nvPr/>
        </p:nvSpPr>
        <p:spPr>
          <a:xfrm>
            <a:off x="6429624" y="2351555"/>
            <a:ext cx="2357423" cy="1749943"/>
          </a:xfrm>
          <a:custGeom>
            <a:avLst/>
            <a:gdLst>
              <a:gd name="connsiteX0" fmla="*/ 0 w 2121681"/>
              <a:gd name="connsiteY0" fmla="*/ 174994 h 1749943"/>
              <a:gd name="connsiteX1" fmla="*/ 174994 w 2121681"/>
              <a:gd name="connsiteY1" fmla="*/ 0 h 1749943"/>
              <a:gd name="connsiteX2" fmla="*/ 1946687 w 2121681"/>
              <a:gd name="connsiteY2" fmla="*/ 0 h 1749943"/>
              <a:gd name="connsiteX3" fmla="*/ 2121681 w 2121681"/>
              <a:gd name="connsiteY3" fmla="*/ 174994 h 1749943"/>
              <a:gd name="connsiteX4" fmla="*/ 2121681 w 2121681"/>
              <a:gd name="connsiteY4" fmla="*/ 1574949 h 1749943"/>
              <a:gd name="connsiteX5" fmla="*/ 1946687 w 2121681"/>
              <a:gd name="connsiteY5" fmla="*/ 1749943 h 1749943"/>
              <a:gd name="connsiteX6" fmla="*/ 174994 w 2121681"/>
              <a:gd name="connsiteY6" fmla="*/ 1749943 h 1749943"/>
              <a:gd name="connsiteX7" fmla="*/ 0 w 2121681"/>
              <a:gd name="connsiteY7" fmla="*/ 1574949 h 1749943"/>
              <a:gd name="connsiteX8" fmla="*/ 0 w 2121681"/>
              <a:gd name="connsiteY8" fmla="*/ 174994 h 1749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1681" h="1749943">
                <a:moveTo>
                  <a:pt x="0" y="174994"/>
                </a:moveTo>
                <a:cubicBezTo>
                  <a:pt x="0" y="78347"/>
                  <a:pt x="78347" y="0"/>
                  <a:pt x="174994" y="0"/>
                </a:cubicBezTo>
                <a:lnTo>
                  <a:pt x="1946687" y="0"/>
                </a:lnTo>
                <a:cubicBezTo>
                  <a:pt x="2043334" y="0"/>
                  <a:pt x="2121681" y="78347"/>
                  <a:pt x="2121681" y="174994"/>
                </a:cubicBezTo>
                <a:lnTo>
                  <a:pt x="2121681" y="1574949"/>
                </a:lnTo>
                <a:cubicBezTo>
                  <a:pt x="2121681" y="1671596"/>
                  <a:pt x="2043334" y="1749943"/>
                  <a:pt x="1946687" y="1749943"/>
                </a:cubicBezTo>
                <a:lnTo>
                  <a:pt x="174994" y="1749943"/>
                </a:lnTo>
                <a:cubicBezTo>
                  <a:pt x="78347" y="1749943"/>
                  <a:pt x="0" y="1671596"/>
                  <a:pt x="0" y="1574949"/>
                </a:cubicBezTo>
                <a:lnTo>
                  <a:pt x="0" y="174994"/>
                </a:lnTo>
                <a:close/>
              </a:path>
            </a:pathLst>
          </a:custGeom>
        </p:spPr>
        <p:style>
          <a:lnRef idx="1">
            <a:schemeClr val="accent5">
              <a:hueOff val="-4902230"/>
              <a:satOff val="-6819"/>
              <a:lumOff val="-2615"/>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64096" tIns="164096" rIns="164096" bIns="539084" numCol="1" spcCol="1270" anchor="t" anchorCtr="0">
            <a:noAutofit/>
          </a:bodyPr>
          <a:lstStyle/>
          <a:p>
            <a:pPr marL="171450" lvl="1" indent="-171450" algn="l" defTabSz="800100">
              <a:lnSpc>
                <a:spcPct val="90000"/>
              </a:lnSpc>
              <a:spcBef>
                <a:spcPct val="0"/>
              </a:spcBef>
              <a:spcAft>
                <a:spcPct val="15000"/>
              </a:spcAft>
              <a:buChar char="••"/>
            </a:pPr>
            <a:r>
              <a:rPr lang="en-US" sz="1800" b="1" kern="1200" smtClean="0"/>
              <a:t>Check Information</a:t>
            </a:r>
            <a:endParaRPr lang="en-US" sz="1800" b="1" kern="1200"/>
          </a:p>
          <a:p>
            <a:pPr marL="171450" lvl="1" indent="-171450" algn="l" defTabSz="800100">
              <a:lnSpc>
                <a:spcPct val="90000"/>
              </a:lnSpc>
              <a:spcBef>
                <a:spcPct val="0"/>
              </a:spcBef>
              <a:spcAft>
                <a:spcPct val="15000"/>
              </a:spcAft>
              <a:buChar char="••"/>
            </a:pPr>
            <a:r>
              <a:rPr lang="en-US" sz="1800" b="1" kern="1200" smtClean="0"/>
              <a:t>Edit </a:t>
            </a:r>
            <a:r>
              <a:rPr lang="en-US" b="1" smtClean="0"/>
              <a:t>if Necessary</a:t>
            </a:r>
            <a:endParaRPr lang="en-US" sz="1800" b="1" kern="1200"/>
          </a:p>
        </p:txBody>
      </p:sp>
      <p:sp>
        <p:nvSpPr>
          <p:cNvPr id="11" name="Shape 10"/>
          <p:cNvSpPr/>
          <p:nvPr/>
        </p:nvSpPr>
        <p:spPr>
          <a:xfrm>
            <a:off x="7603121" y="2700695"/>
            <a:ext cx="2439747" cy="2439747"/>
          </a:xfrm>
          <a:prstGeom prst="leftCircularArrow">
            <a:avLst>
              <a:gd name="adj1" fmla="val 3561"/>
              <a:gd name="adj2" fmla="val 442490"/>
              <a:gd name="adj3" fmla="val 2218001"/>
              <a:gd name="adj4" fmla="val 9024489"/>
              <a:gd name="adj5" fmla="val 4155"/>
            </a:avLst>
          </a:prstGeom>
        </p:spPr>
        <p:style>
          <a:lnRef idx="0">
            <a:schemeClr val="lt1">
              <a:hueOff val="0"/>
              <a:satOff val="0"/>
              <a:lumOff val="0"/>
              <a:alphaOff val="0"/>
            </a:schemeClr>
          </a:lnRef>
          <a:fillRef idx="3">
            <a:schemeClr val="accent5">
              <a:hueOff val="-7353344"/>
              <a:satOff val="-10228"/>
              <a:lumOff val="-3922"/>
              <a:alphaOff val="0"/>
            </a:schemeClr>
          </a:fillRef>
          <a:effectRef idx="2">
            <a:schemeClr val="accent5">
              <a:hueOff val="-7353344"/>
              <a:satOff val="-10228"/>
              <a:lumOff val="-3922"/>
              <a:alphaOff val="0"/>
            </a:schemeClr>
          </a:effectRef>
          <a:fontRef idx="minor">
            <a:schemeClr val="lt1"/>
          </a:fontRef>
        </p:style>
      </p:sp>
      <p:sp>
        <p:nvSpPr>
          <p:cNvPr id="12" name="Freeform 11"/>
          <p:cNvSpPr/>
          <p:nvPr/>
        </p:nvSpPr>
        <p:spPr>
          <a:xfrm>
            <a:off x="6901110" y="3726510"/>
            <a:ext cx="1885938" cy="749975"/>
          </a:xfrm>
          <a:custGeom>
            <a:avLst/>
            <a:gdLst>
              <a:gd name="connsiteX0" fmla="*/ 0 w 1885938"/>
              <a:gd name="connsiteY0" fmla="*/ 74998 h 749975"/>
              <a:gd name="connsiteX1" fmla="*/ 74998 w 1885938"/>
              <a:gd name="connsiteY1" fmla="*/ 0 h 749975"/>
              <a:gd name="connsiteX2" fmla="*/ 1810941 w 1885938"/>
              <a:gd name="connsiteY2" fmla="*/ 0 h 749975"/>
              <a:gd name="connsiteX3" fmla="*/ 1885939 w 1885938"/>
              <a:gd name="connsiteY3" fmla="*/ 74998 h 749975"/>
              <a:gd name="connsiteX4" fmla="*/ 1885938 w 1885938"/>
              <a:gd name="connsiteY4" fmla="*/ 674978 h 749975"/>
              <a:gd name="connsiteX5" fmla="*/ 1810940 w 1885938"/>
              <a:gd name="connsiteY5" fmla="*/ 749976 h 749975"/>
              <a:gd name="connsiteX6" fmla="*/ 74998 w 1885938"/>
              <a:gd name="connsiteY6" fmla="*/ 749975 h 749975"/>
              <a:gd name="connsiteX7" fmla="*/ 0 w 1885938"/>
              <a:gd name="connsiteY7" fmla="*/ 674977 h 749975"/>
              <a:gd name="connsiteX8" fmla="*/ 0 w 1885938"/>
              <a:gd name="connsiteY8" fmla="*/ 74998 h 749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5938" h="749975">
                <a:moveTo>
                  <a:pt x="0" y="74998"/>
                </a:moveTo>
                <a:cubicBezTo>
                  <a:pt x="0" y="33578"/>
                  <a:pt x="33578" y="0"/>
                  <a:pt x="74998" y="0"/>
                </a:cubicBezTo>
                <a:lnTo>
                  <a:pt x="1810941" y="0"/>
                </a:lnTo>
                <a:cubicBezTo>
                  <a:pt x="1852361" y="0"/>
                  <a:pt x="1885939" y="33578"/>
                  <a:pt x="1885939" y="74998"/>
                </a:cubicBezTo>
                <a:cubicBezTo>
                  <a:pt x="1885939" y="274991"/>
                  <a:pt x="1885938" y="474985"/>
                  <a:pt x="1885938" y="674978"/>
                </a:cubicBezTo>
                <a:cubicBezTo>
                  <a:pt x="1885938" y="716398"/>
                  <a:pt x="1852360" y="749976"/>
                  <a:pt x="1810940" y="749976"/>
                </a:cubicBezTo>
                <a:lnTo>
                  <a:pt x="74998" y="749975"/>
                </a:lnTo>
                <a:cubicBezTo>
                  <a:pt x="33578" y="749975"/>
                  <a:pt x="0" y="716397"/>
                  <a:pt x="0" y="674977"/>
                </a:cubicBezTo>
                <a:lnTo>
                  <a:pt x="0" y="74998"/>
                </a:lnTo>
                <a:close/>
              </a:path>
            </a:pathLst>
          </a:custGeom>
        </p:spPr>
        <p:style>
          <a:lnRef idx="0">
            <a:schemeClr val="lt1">
              <a:hueOff val="0"/>
              <a:satOff val="0"/>
              <a:lumOff val="0"/>
              <a:alphaOff val="0"/>
            </a:schemeClr>
          </a:lnRef>
          <a:fillRef idx="3">
            <a:schemeClr val="accent5">
              <a:hueOff val="-4902230"/>
              <a:satOff val="-6819"/>
              <a:lumOff val="-2615"/>
              <a:alphaOff val="0"/>
            </a:schemeClr>
          </a:fillRef>
          <a:effectRef idx="2">
            <a:schemeClr val="accent5">
              <a:hueOff val="-4902230"/>
              <a:satOff val="-6819"/>
              <a:lumOff val="-2615"/>
              <a:alphaOff val="0"/>
            </a:schemeClr>
          </a:effectRef>
          <a:fontRef idx="minor">
            <a:schemeClr val="lt1"/>
          </a:fontRef>
        </p:style>
        <p:txBody>
          <a:bodyPr spcFirstLastPara="0" vert="horz" wrap="square" lIns="65781" tIns="51176" rIns="65781" bIns="51176" numCol="1" spcCol="1270" anchor="ctr" anchorCtr="0">
            <a:noAutofit/>
          </a:bodyPr>
          <a:lstStyle/>
          <a:p>
            <a:pPr lvl="0" algn="ctr" defTabSz="1022350">
              <a:lnSpc>
                <a:spcPct val="90000"/>
              </a:lnSpc>
              <a:spcBef>
                <a:spcPct val="0"/>
              </a:spcBef>
              <a:spcAft>
                <a:spcPct val="35000"/>
              </a:spcAft>
            </a:pPr>
            <a:r>
              <a:rPr lang="en-US" sz="2300" b="1" kern="1200" smtClean="0"/>
              <a:t>Human Intervention</a:t>
            </a:r>
            <a:endParaRPr lang="en-US" sz="2300" b="1" kern="1200"/>
          </a:p>
        </p:txBody>
      </p:sp>
      <p:sp>
        <p:nvSpPr>
          <p:cNvPr id="13" name="Freeform 12"/>
          <p:cNvSpPr/>
          <p:nvPr/>
        </p:nvSpPr>
        <p:spPr>
          <a:xfrm>
            <a:off x="9279145" y="2351555"/>
            <a:ext cx="2121681" cy="1749943"/>
          </a:xfrm>
          <a:custGeom>
            <a:avLst/>
            <a:gdLst>
              <a:gd name="connsiteX0" fmla="*/ 0 w 2121681"/>
              <a:gd name="connsiteY0" fmla="*/ 174994 h 1749943"/>
              <a:gd name="connsiteX1" fmla="*/ 174994 w 2121681"/>
              <a:gd name="connsiteY1" fmla="*/ 0 h 1749943"/>
              <a:gd name="connsiteX2" fmla="*/ 1946687 w 2121681"/>
              <a:gd name="connsiteY2" fmla="*/ 0 h 1749943"/>
              <a:gd name="connsiteX3" fmla="*/ 2121681 w 2121681"/>
              <a:gd name="connsiteY3" fmla="*/ 174994 h 1749943"/>
              <a:gd name="connsiteX4" fmla="*/ 2121681 w 2121681"/>
              <a:gd name="connsiteY4" fmla="*/ 1574949 h 1749943"/>
              <a:gd name="connsiteX5" fmla="*/ 1946687 w 2121681"/>
              <a:gd name="connsiteY5" fmla="*/ 1749943 h 1749943"/>
              <a:gd name="connsiteX6" fmla="*/ 174994 w 2121681"/>
              <a:gd name="connsiteY6" fmla="*/ 1749943 h 1749943"/>
              <a:gd name="connsiteX7" fmla="*/ 0 w 2121681"/>
              <a:gd name="connsiteY7" fmla="*/ 1574949 h 1749943"/>
              <a:gd name="connsiteX8" fmla="*/ 0 w 2121681"/>
              <a:gd name="connsiteY8" fmla="*/ 174994 h 1749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1681" h="1749943">
                <a:moveTo>
                  <a:pt x="0" y="174994"/>
                </a:moveTo>
                <a:cubicBezTo>
                  <a:pt x="0" y="78347"/>
                  <a:pt x="78347" y="0"/>
                  <a:pt x="174994" y="0"/>
                </a:cubicBezTo>
                <a:lnTo>
                  <a:pt x="1946687" y="0"/>
                </a:lnTo>
                <a:cubicBezTo>
                  <a:pt x="2043334" y="0"/>
                  <a:pt x="2121681" y="78347"/>
                  <a:pt x="2121681" y="174994"/>
                </a:cubicBezTo>
                <a:lnTo>
                  <a:pt x="2121681" y="1574949"/>
                </a:lnTo>
                <a:cubicBezTo>
                  <a:pt x="2121681" y="1671596"/>
                  <a:pt x="2043334" y="1749943"/>
                  <a:pt x="1946687" y="1749943"/>
                </a:cubicBezTo>
                <a:lnTo>
                  <a:pt x="174994" y="1749943"/>
                </a:lnTo>
                <a:cubicBezTo>
                  <a:pt x="78347" y="1749943"/>
                  <a:pt x="0" y="1671596"/>
                  <a:pt x="0" y="1574949"/>
                </a:cubicBezTo>
                <a:lnTo>
                  <a:pt x="0" y="174994"/>
                </a:lnTo>
                <a:close/>
              </a:path>
            </a:pathLst>
          </a:custGeom>
        </p:spPr>
        <p:style>
          <a:lnRef idx="1">
            <a:schemeClr val="accent5">
              <a:hueOff val="-7353344"/>
              <a:satOff val="-10228"/>
              <a:lumOff val="-392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64096" tIns="539084" rIns="164096" bIns="164096" numCol="1" spcCol="1270" anchor="t" anchorCtr="0">
            <a:noAutofit/>
          </a:bodyPr>
          <a:lstStyle/>
          <a:p>
            <a:pPr marL="171450" lvl="1" indent="-171450" algn="l" defTabSz="800100">
              <a:lnSpc>
                <a:spcPct val="90000"/>
              </a:lnSpc>
              <a:spcBef>
                <a:spcPct val="0"/>
              </a:spcBef>
              <a:spcAft>
                <a:spcPct val="15000"/>
              </a:spcAft>
              <a:buChar char="••"/>
            </a:pPr>
            <a:r>
              <a:rPr lang="en-US" sz="1800" b="1" kern="1200" smtClean="0"/>
              <a:t> SOP </a:t>
            </a:r>
            <a:endParaRPr lang="en-US" sz="1800" b="1" kern="1200"/>
          </a:p>
        </p:txBody>
      </p:sp>
      <p:sp>
        <p:nvSpPr>
          <p:cNvPr id="14" name="Freeform 13"/>
          <p:cNvSpPr/>
          <p:nvPr/>
        </p:nvSpPr>
        <p:spPr>
          <a:xfrm>
            <a:off x="9698378" y="1976567"/>
            <a:ext cx="1885938" cy="749975"/>
          </a:xfrm>
          <a:custGeom>
            <a:avLst/>
            <a:gdLst>
              <a:gd name="connsiteX0" fmla="*/ 0 w 1885938"/>
              <a:gd name="connsiteY0" fmla="*/ 74998 h 749975"/>
              <a:gd name="connsiteX1" fmla="*/ 74998 w 1885938"/>
              <a:gd name="connsiteY1" fmla="*/ 0 h 749975"/>
              <a:gd name="connsiteX2" fmla="*/ 1810941 w 1885938"/>
              <a:gd name="connsiteY2" fmla="*/ 0 h 749975"/>
              <a:gd name="connsiteX3" fmla="*/ 1885939 w 1885938"/>
              <a:gd name="connsiteY3" fmla="*/ 74998 h 749975"/>
              <a:gd name="connsiteX4" fmla="*/ 1885938 w 1885938"/>
              <a:gd name="connsiteY4" fmla="*/ 674978 h 749975"/>
              <a:gd name="connsiteX5" fmla="*/ 1810940 w 1885938"/>
              <a:gd name="connsiteY5" fmla="*/ 749976 h 749975"/>
              <a:gd name="connsiteX6" fmla="*/ 74998 w 1885938"/>
              <a:gd name="connsiteY6" fmla="*/ 749975 h 749975"/>
              <a:gd name="connsiteX7" fmla="*/ 0 w 1885938"/>
              <a:gd name="connsiteY7" fmla="*/ 674977 h 749975"/>
              <a:gd name="connsiteX8" fmla="*/ 0 w 1885938"/>
              <a:gd name="connsiteY8" fmla="*/ 74998 h 749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5938" h="749975">
                <a:moveTo>
                  <a:pt x="0" y="74998"/>
                </a:moveTo>
                <a:cubicBezTo>
                  <a:pt x="0" y="33578"/>
                  <a:pt x="33578" y="0"/>
                  <a:pt x="74998" y="0"/>
                </a:cubicBezTo>
                <a:lnTo>
                  <a:pt x="1810941" y="0"/>
                </a:lnTo>
                <a:cubicBezTo>
                  <a:pt x="1852361" y="0"/>
                  <a:pt x="1885939" y="33578"/>
                  <a:pt x="1885939" y="74998"/>
                </a:cubicBezTo>
                <a:cubicBezTo>
                  <a:pt x="1885939" y="274991"/>
                  <a:pt x="1885938" y="474985"/>
                  <a:pt x="1885938" y="674978"/>
                </a:cubicBezTo>
                <a:cubicBezTo>
                  <a:pt x="1885938" y="716398"/>
                  <a:pt x="1852360" y="749976"/>
                  <a:pt x="1810940" y="749976"/>
                </a:cubicBezTo>
                <a:lnTo>
                  <a:pt x="74998" y="749975"/>
                </a:lnTo>
                <a:cubicBezTo>
                  <a:pt x="33578" y="749975"/>
                  <a:pt x="0" y="716397"/>
                  <a:pt x="0" y="674977"/>
                </a:cubicBezTo>
                <a:lnTo>
                  <a:pt x="0" y="74998"/>
                </a:lnTo>
                <a:close/>
              </a:path>
            </a:pathLst>
          </a:custGeom>
        </p:spPr>
        <p:style>
          <a:lnRef idx="0">
            <a:schemeClr val="lt1">
              <a:hueOff val="0"/>
              <a:satOff val="0"/>
              <a:lumOff val="0"/>
              <a:alphaOff val="0"/>
            </a:schemeClr>
          </a:lnRef>
          <a:fillRef idx="3">
            <a:schemeClr val="accent5">
              <a:hueOff val="-7353344"/>
              <a:satOff val="-10228"/>
              <a:lumOff val="-3922"/>
              <a:alphaOff val="0"/>
            </a:schemeClr>
          </a:fillRef>
          <a:effectRef idx="2">
            <a:schemeClr val="accent5">
              <a:hueOff val="-7353344"/>
              <a:satOff val="-10228"/>
              <a:lumOff val="-3922"/>
              <a:alphaOff val="0"/>
            </a:schemeClr>
          </a:effectRef>
          <a:fontRef idx="minor">
            <a:schemeClr val="lt1"/>
          </a:fontRef>
        </p:style>
        <p:txBody>
          <a:bodyPr spcFirstLastPara="0" vert="horz" wrap="square" lIns="63876" tIns="49906" rIns="63876" bIns="49906" numCol="1" spcCol="1270" anchor="ctr" anchorCtr="0">
            <a:noAutofit/>
          </a:bodyPr>
          <a:lstStyle/>
          <a:p>
            <a:pPr lvl="0" algn="ctr" defTabSz="977900">
              <a:lnSpc>
                <a:spcPct val="90000"/>
              </a:lnSpc>
              <a:spcBef>
                <a:spcPct val="0"/>
              </a:spcBef>
              <a:spcAft>
                <a:spcPct val="35000"/>
              </a:spcAft>
            </a:pPr>
            <a:r>
              <a:rPr lang="en-US" sz="2200" b="1" kern="1200" smtClean="0"/>
              <a:t>Output-SOP</a:t>
            </a:r>
            <a:endParaRPr lang="en-US" sz="2200" b="1" kern="1200"/>
          </a:p>
        </p:txBody>
      </p:sp>
    </p:spTree>
    <p:extLst>
      <p:ext uri="{BB962C8B-B14F-4D97-AF65-F5344CB8AC3E}">
        <p14:creationId xmlns:p14="http://schemas.microsoft.com/office/powerpoint/2010/main" val="2582222760"/>
      </p:ext>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Rounded Rectangle 120"/>
          <p:cNvSpPr/>
          <p:nvPr/>
        </p:nvSpPr>
        <p:spPr>
          <a:xfrm>
            <a:off x="8338460" y="1063632"/>
            <a:ext cx="3377870" cy="3835747"/>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ounded Rectangle 119"/>
          <p:cNvSpPr/>
          <p:nvPr/>
        </p:nvSpPr>
        <p:spPr>
          <a:xfrm>
            <a:off x="4436877" y="1063632"/>
            <a:ext cx="3377870" cy="3835747"/>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ounded Rectangle 118"/>
          <p:cNvSpPr/>
          <p:nvPr/>
        </p:nvSpPr>
        <p:spPr>
          <a:xfrm>
            <a:off x="473013" y="1063633"/>
            <a:ext cx="3505748" cy="3835748"/>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D316A34E-783E-B91D-7279-15D236641CC6}"/>
              </a:ext>
            </a:extLst>
          </p:cNvPr>
          <p:cNvSpPr>
            <a:spLocks noGrp="1"/>
          </p:cNvSpPr>
          <p:nvPr>
            <p:ph type="sldNum" sz="quarter" idx="4"/>
          </p:nvPr>
        </p:nvSpPr>
        <p:spPr/>
        <p:txBody>
          <a:bodyPr/>
          <a:lstStyle/>
          <a:p>
            <a:fld id="{5285558A-1915-2348-AF36-B9A83F1D0F14}" type="slidenum">
              <a:rPr lang="en-US" sz="1400" smtClean="0"/>
              <a:pPr/>
              <a:t>5</a:t>
            </a:fld>
            <a:endParaRPr lang="en-US" sz="1400"/>
          </a:p>
        </p:txBody>
      </p:sp>
      <p:sp>
        <p:nvSpPr>
          <p:cNvPr id="66" name="標題 1">
            <a:extLst>
              <a:ext uri="{FF2B5EF4-FFF2-40B4-BE49-F238E27FC236}">
                <a16:creationId xmlns:a16="http://schemas.microsoft.com/office/drawing/2014/main" id="{0046A9B4-497D-F373-E0E7-694D2ABF74FF}"/>
              </a:ext>
            </a:extLst>
          </p:cNvPr>
          <p:cNvSpPr txBox="1"/>
          <p:nvPr/>
        </p:nvSpPr>
        <p:spPr>
          <a:xfrm>
            <a:off x="250945" y="201251"/>
            <a:ext cx="3014769" cy="443470"/>
          </a:xfrm>
          <a:prstGeom prst="rect">
            <a:avLst/>
          </a:prstGeom>
          <a:ln w="12700">
            <a:miter lim="400000"/>
          </a:ln>
        </p:spPr>
        <p:txBody>
          <a:bodyPr lIns="46800" tIns="45718" rIns="45718" bIns="45718" anchor="ctr">
            <a:noAutofit/>
          </a:bodyPr>
          <a:lstStyle>
            <a:lvl1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9pPr>
          </a:lstStyle>
          <a:p>
            <a:pPr>
              <a:lnSpc>
                <a:spcPct val="100000"/>
              </a:lnSpc>
              <a:defRPr/>
            </a:pPr>
            <a:r>
              <a:rPr kumimoji="1" lang="fr-FR" altLang="zh-TW" sz="3600" b="1" smtClean="0">
                <a:solidFill>
                  <a:srgbClr val="002F75"/>
                </a:solidFill>
                <a:latin typeface="Arial Black" panose="020B0604020202020204" pitchFamily="34" charset="0"/>
                <a:cs typeface="Arial Black" panose="020B0604020202020204" pitchFamily="34" charset="0"/>
              </a:rPr>
              <a:t>Workflow</a:t>
            </a:r>
            <a:endParaRPr kumimoji="1" lang="zh-TW" altLang="en-US" sz="3600" b="1">
              <a:solidFill>
                <a:srgbClr val="002F75"/>
              </a:solidFill>
              <a:latin typeface="Arial Black" panose="020B0604020202020204" pitchFamily="34" charset="0"/>
              <a:cs typeface="Arial Black" panose="020B0604020202020204" pitchFamily="34" charset="0"/>
            </a:endParaRPr>
          </a:p>
        </p:txBody>
      </p:sp>
      <p:sp>
        <p:nvSpPr>
          <p:cNvPr id="3" name="Rounded Rectangle 2"/>
          <p:cNvSpPr/>
          <p:nvPr/>
        </p:nvSpPr>
        <p:spPr>
          <a:xfrm>
            <a:off x="4987086" y="201251"/>
            <a:ext cx="2309371" cy="506227"/>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smtClean="0"/>
              <a:t>Upload Data</a:t>
            </a:r>
            <a:endParaRPr lang="en-US" sz="1600" b="1"/>
          </a:p>
        </p:txBody>
      </p:sp>
      <p:sp>
        <p:nvSpPr>
          <p:cNvPr id="8" name="Rounded Rectangle 7"/>
          <p:cNvSpPr/>
          <p:nvPr/>
        </p:nvSpPr>
        <p:spPr>
          <a:xfrm>
            <a:off x="850873" y="1595108"/>
            <a:ext cx="2860026" cy="60794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err="1" smtClean="0"/>
              <a:t>Văn</a:t>
            </a:r>
            <a:r>
              <a:rPr lang="en-US" sz="1600" b="1" smtClean="0"/>
              <a:t> </a:t>
            </a:r>
            <a:r>
              <a:rPr lang="en-US" sz="1600" b="1" err="1" smtClean="0"/>
              <a:t>kiện</a:t>
            </a:r>
            <a:r>
              <a:rPr lang="en-US" sz="1600" b="1" smtClean="0"/>
              <a:t> </a:t>
            </a:r>
            <a:r>
              <a:rPr lang="en-US" sz="1600" b="1" err="1" smtClean="0"/>
              <a:t>chế</a:t>
            </a:r>
            <a:r>
              <a:rPr lang="en-US" sz="1600" b="1" smtClean="0"/>
              <a:t> </a:t>
            </a:r>
            <a:r>
              <a:rPr lang="en-US" sz="1600" b="1" err="1" smtClean="0"/>
              <a:t>tạo</a:t>
            </a:r>
            <a:r>
              <a:rPr lang="en-US" sz="1600" b="1" smtClean="0"/>
              <a:t>:</a:t>
            </a:r>
          </a:p>
          <a:p>
            <a:pPr algn="ctr"/>
            <a:r>
              <a:rPr lang="en-US" sz="1600" b="1" smtClean="0"/>
              <a:t>PDF, PPT</a:t>
            </a:r>
            <a:endParaRPr lang="en-US" sz="1600" b="1"/>
          </a:p>
        </p:txBody>
      </p:sp>
      <p:sp>
        <p:nvSpPr>
          <p:cNvPr id="9" name="Rounded Rectangle 8"/>
          <p:cNvSpPr/>
          <p:nvPr/>
        </p:nvSpPr>
        <p:spPr>
          <a:xfrm>
            <a:off x="836833" y="2432256"/>
            <a:ext cx="2888106" cy="60794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err="1" smtClean="0"/>
              <a:t>Tiền</a:t>
            </a:r>
            <a:r>
              <a:rPr lang="en-US" sz="1600" b="1" smtClean="0"/>
              <a:t> </a:t>
            </a:r>
            <a:r>
              <a:rPr lang="en-US" sz="1600" b="1" err="1" smtClean="0"/>
              <a:t>xử</a:t>
            </a:r>
            <a:r>
              <a:rPr lang="en-US" sz="1600" b="1" smtClean="0"/>
              <a:t> </a:t>
            </a:r>
            <a:r>
              <a:rPr lang="en-US" sz="1600" b="1" err="1" smtClean="0"/>
              <a:t>lí</a:t>
            </a:r>
            <a:r>
              <a:rPr lang="en-US" sz="1600" b="1" smtClean="0"/>
              <a:t>: </a:t>
            </a:r>
            <a:r>
              <a:rPr lang="en-US" sz="1600" b="1" err="1" smtClean="0"/>
              <a:t>Trích</a:t>
            </a:r>
            <a:r>
              <a:rPr lang="en-US" sz="1600" b="1" smtClean="0"/>
              <a:t> </a:t>
            </a:r>
            <a:r>
              <a:rPr lang="en-US" sz="1600" b="1" err="1" smtClean="0"/>
              <a:t>xuất</a:t>
            </a:r>
            <a:r>
              <a:rPr lang="en-US" sz="1600" b="1" smtClean="0"/>
              <a:t> </a:t>
            </a:r>
            <a:r>
              <a:rPr lang="en-US" sz="1600" b="1" err="1" smtClean="0"/>
              <a:t>văn</a:t>
            </a:r>
            <a:r>
              <a:rPr lang="en-US" sz="1600" b="1" smtClean="0"/>
              <a:t> </a:t>
            </a:r>
            <a:r>
              <a:rPr lang="en-US" sz="1600" b="1" err="1" smtClean="0"/>
              <a:t>bản</a:t>
            </a:r>
            <a:r>
              <a:rPr lang="en-US" sz="1600" b="1" smtClean="0"/>
              <a:t> </a:t>
            </a:r>
            <a:endParaRPr lang="en-US" sz="1600" b="1"/>
          </a:p>
        </p:txBody>
      </p:sp>
      <p:sp>
        <p:nvSpPr>
          <p:cNvPr id="15" name="Rounded Rectangle 14"/>
          <p:cNvSpPr/>
          <p:nvPr/>
        </p:nvSpPr>
        <p:spPr>
          <a:xfrm>
            <a:off x="836833" y="3269404"/>
            <a:ext cx="2888106" cy="638525"/>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err="1" smtClean="0"/>
              <a:t>Trích</a:t>
            </a:r>
            <a:r>
              <a:rPr lang="en-US" sz="1600" b="1" smtClean="0"/>
              <a:t> </a:t>
            </a:r>
            <a:r>
              <a:rPr lang="en-US" sz="1600" b="1" err="1" smtClean="0"/>
              <a:t>xuất</a:t>
            </a:r>
            <a:r>
              <a:rPr lang="en-US" sz="1600" b="1" smtClean="0"/>
              <a:t> thông tin: </a:t>
            </a:r>
            <a:r>
              <a:rPr lang="en-US" sz="1600" b="1" err="1" smtClean="0"/>
              <a:t>công</a:t>
            </a:r>
            <a:r>
              <a:rPr lang="en-US" sz="1600" b="1" smtClean="0"/>
              <a:t> đoạn, </a:t>
            </a:r>
            <a:r>
              <a:rPr lang="en-US" sz="1600" b="1" err="1" smtClean="0"/>
              <a:t>thông</a:t>
            </a:r>
            <a:r>
              <a:rPr lang="en-US" sz="1600" b="1" smtClean="0"/>
              <a:t> số, liệu…</a:t>
            </a:r>
            <a:endParaRPr lang="en-US" sz="1600" b="1"/>
          </a:p>
        </p:txBody>
      </p:sp>
      <p:sp>
        <p:nvSpPr>
          <p:cNvPr id="16" name="Rounded Rectangle 15"/>
          <p:cNvSpPr/>
          <p:nvPr/>
        </p:nvSpPr>
        <p:spPr>
          <a:xfrm>
            <a:off x="843365" y="4137136"/>
            <a:ext cx="2875043" cy="620873"/>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smtClean="0"/>
              <a:t>Tự động tạo bảng liên </a:t>
            </a:r>
          </a:p>
          <a:p>
            <a:pPr algn="ctr"/>
            <a:r>
              <a:rPr lang="en-US" sz="1600" b="1" smtClean="0"/>
              <a:t>kết công đoạn</a:t>
            </a:r>
            <a:endParaRPr lang="en-US" sz="1600" b="1"/>
          </a:p>
        </p:txBody>
      </p:sp>
      <p:sp>
        <p:nvSpPr>
          <p:cNvPr id="7" name="Rounded Rectangle 6"/>
          <p:cNvSpPr/>
          <p:nvPr/>
        </p:nvSpPr>
        <p:spPr>
          <a:xfrm>
            <a:off x="4787982" y="1607365"/>
            <a:ext cx="2707578" cy="60794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smtClean="0"/>
              <a:t>BOM: Excel</a:t>
            </a:r>
            <a:endParaRPr lang="en-US" sz="1600" b="1"/>
          </a:p>
        </p:txBody>
      </p:sp>
      <p:sp>
        <p:nvSpPr>
          <p:cNvPr id="10" name="Rounded Rectangle 9"/>
          <p:cNvSpPr/>
          <p:nvPr/>
        </p:nvSpPr>
        <p:spPr>
          <a:xfrm>
            <a:off x="4787982" y="2415237"/>
            <a:ext cx="2707578" cy="633913"/>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err="1" smtClean="0"/>
              <a:t>Tiền</a:t>
            </a:r>
            <a:r>
              <a:rPr lang="en-US" sz="1600" b="1" smtClean="0"/>
              <a:t> </a:t>
            </a:r>
            <a:r>
              <a:rPr lang="en-US" sz="1600" b="1" err="1" smtClean="0"/>
              <a:t>xử</a:t>
            </a:r>
            <a:r>
              <a:rPr lang="en-US" sz="1600" b="1" smtClean="0"/>
              <a:t> </a:t>
            </a:r>
            <a:r>
              <a:rPr lang="en-US" sz="1600" b="1" err="1" smtClean="0"/>
              <a:t>lí</a:t>
            </a:r>
            <a:r>
              <a:rPr lang="en-US" sz="1600" b="1" smtClean="0"/>
              <a:t>: </a:t>
            </a:r>
            <a:r>
              <a:rPr lang="en-US" sz="1600" b="1" err="1"/>
              <a:t>T</a:t>
            </a:r>
            <a:r>
              <a:rPr lang="en-US" sz="1600" b="1" smtClean="0"/>
              <a:t>rích </a:t>
            </a:r>
            <a:r>
              <a:rPr lang="en-US" sz="1600" b="1" err="1" smtClean="0"/>
              <a:t>xuất</a:t>
            </a:r>
            <a:r>
              <a:rPr lang="en-US" sz="1600" b="1" smtClean="0"/>
              <a:t> </a:t>
            </a:r>
            <a:r>
              <a:rPr lang="en-US" sz="1600" b="1" err="1" smtClean="0"/>
              <a:t>bảng</a:t>
            </a:r>
            <a:endParaRPr lang="en-US" sz="1600" b="1"/>
          </a:p>
        </p:txBody>
      </p:sp>
      <p:sp>
        <p:nvSpPr>
          <p:cNvPr id="13" name="Rounded Rectangle 12"/>
          <p:cNvSpPr/>
          <p:nvPr/>
        </p:nvSpPr>
        <p:spPr>
          <a:xfrm>
            <a:off x="4787982" y="3249082"/>
            <a:ext cx="2707578" cy="688122"/>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err="1" smtClean="0"/>
              <a:t>Trích</a:t>
            </a:r>
            <a:r>
              <a:rPr lang="en-US" sz="1600" b="1" smtClean="0"/>
              <a:t> </a:t>
            </a:r>
            <a:r>
              <a:rPr lang="en-US" sz="1600" b="1" err="1" smtClean="0"/>
              <a:t>xuất</a:t>
            </a:r>
            <a:r>
              <a:rPr lang="en-US" sz="1600" b="1" smtClean="0"/>
              <a:t> BOM: mã liệu, </a:t>
            </a:r>
            <a:r>
              <a:rPr lang="en-US" sz="1600" b="1" err="1" smtClean="0"/>
              <a:t>số</a:t>
            </a:r>
            <a:r>
              <a:rPr lang="en-US" sz="1600" b="1" smtClean="0"/>
              <a:t> </a:t>
            </a:r>
            <a:r>
              <a:rPr lang="en-US" sz="1600" b="1" err="1" smtClean="0"/>
              <a:t>lượng</a:t>
            </a:r>
            <a:r>
              <a:rPr lang="en-US" sz="1600" b="1" smtClean="0"/>
              <a:t>, </a:t>
            </a:r>
            <a:r>
              <a:rPr lang="en-US" sz="1600" b="1" err="1" smtClean="0"/>
              <a:t>miêu</a:t>
            </a:r>
            <a:r>
              <a:rPr lang="en-US" sz="1600" b="1" smtClean="0"/>
              <a:t> tả,… </a:t>
            </a:r>
            <a:endParaRPr lang="en-US" sz="1600" b="1"/>
          </a:p>
        </p:txBody>
      </p:sp>
      <p:sp>
        <p:nvSpPr>
          <p:cNvPr id="17" name="Rounded Rectangle 16"/>
          <p:cNvSpPr/>
          <p:nvPr/>
        </p:nvSpPr>
        <p:spPr>
          <a:xfrm>
            <a:off x="4787982" y="4137136"/>
            <a:ext cx="2707578" cy="574835"/>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smtClean="0"/>
              <a:t>Tự động tạo bảng </a:t>
            </a:r>
          </a:p>
          <a:p>
            <a:pPr algn="ctr"/>
            <a:r>
              <a:rPr lang="en-US" sz="1600" b="1" smtClean="0"/>
              <a:t>liên kết liệu</a:t>
            </a:r>
            <a:endParaRPr lang="en-US" sz="1600" b="1"/>
          </a:p>
        </p:txBody>
      </p:sp>
      <p:sp>
        <p:nvSpPr>
          <p:cNvPr id="5" name="Rounded Rectangle 4"/>
          <p:cNvSpPr/>
          <p:nvPr/>
        </p:nvSpPr>
        <p:spPr>
          <a:xfrm>
            <a:off x="8512037" y="1595108"/>
            <a:ext cx="3033006" cy="60794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smtClean="0"/>
              <a:t>Video: Mp4</a:t>
            </a:r>
            <a:endParaRPr lang="en-US" sz="1600" b="1"/>
          </a:p>
        </p:txBody>
      </p:sp>
      <p:sp>
        <p:nvSpPr>
          <p:cNvPr id="11" name="Rounded Rectangle 10"/>
          <p:cNvSpPr/>
          <p:nvPr/>
        </p:nvSpPr>
        <p:spPr>
          <a:xfrm>
            <a:off x="8512036" y="2468598"/>
            <a:ext cx="3040243" cy="582775"/>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err="1" smtClean="0"/>
              <a:t>Tiền</a:t>
            </a:r>
            <a:r>
              <a:rPr lang="en-US" sz="1600" b="1" smtClean="0"/>
              <a:t> </a:t>
            </a:r>
            <a:r>
              <a:rPr lang="en-US" sz="1600" b="1" err="1" smtClean="0"/>
              <a:t>xử</a:t>
            </a:r>
            <a:r>
              <a:rPr lang="en-US" sz="1600" b="1" smtClean="0"/>
              <a:t> </a:t>
            </a:r>
            <a:r>
              <a:rPr lang="en-US" sz="1600" b="1" err="1" smtClean="0"/>
              <a:t>lí</a:t>
            </a:r>
            <a:r>
              <a:rPr lang="en-US" sz="1600" b="1" smtClean="0"/>
              <a:t>: </a:t>
            </a:r>
            <a:r>
              <a:rPr lang="en-US" sz="1600" b="1" err="1" smtClean="0"/>
              <a:t>Cắt</a:t>
            </a:r>
            <a:r>
              <a:rPr lang="en-US" sz="1600" b="1" smtClean="0"/>
              <a:t> </a:t>
            </a:r>
            <a:r>
              <a:rPr lang="en-US" sz="1600" b="1" err="1" smtClean="0"/>
              <a:t>cảnh</a:t>
            </a:r>
            <a:endParaRPr lang="en-US" sz="1600" b="1"/>
          </a:p>
        </p:txBody>
      </p:sp>
      <p:sp>
        <p:nvSpPr>
          <p:cNvPr id="14" name="Rounded Rectangle 13"/>
          <p:cNvSpPr/>
          <p:nvPr/>
        </p:nvSpPr>
        <p:spPr>
          <a:xfrm>
            <a:off x="8512036" y="3316923"/>
            <a:ext cx="3040244" cy="554663"/>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err="1" smtClean="0"/>
              <a:t>Cắt</a:t>
            </a:r>
            <a:r>
              <a:rPr lang="en-US" sz="1600" b="1" smtClean="0"/>
              <a:t> clip </a:t>
            </a:r>
            <a:r>
              <a:rPr lang="en-US" sz="1600" b="1" err="1" smtClean="0"/>
              <a:t>thành</a:t>
            </a:r>
            <a:r>
              <a:rPr lang="en-US" sz="1600" b="1" smtClean="0"/>
              <a:t> </a:t>
            </a:r>
            <a:r>
              <a:rPr lang="en-US" sz="1600" b="1" err="1" smtClean="0"/>
              <a:t>các</a:t>
            </a:r>
            <a:r>
              <a:rPr lang="en-US" sz="1600" b="1" smtClean="0"/>
              <a:t> </a:t>
            </a:r>
            <a:r>
              <a:rPr lang="en-US" sz="1600" b="1" err="1" smtClean="0"/>
              <a:t>đoạn</a:t>
            </a:r>
            <a:r>
              <a:rPr lang="en-US" sz="1600" b="1" smtClean="0"/>
              <a:t> </a:t>
            </a:r>
            <a:r>
              <a:rPr lang="en-US" sz="1600" b="1" err="1" smtClean="0"/>
              <a:t>nhỏ</a:t>
            </a:r>
            <a:endParaRPr lang="en-US" sz="1600" b="1"/>
          </a:p>
        </p:txBody>
      </p:sp>
      <p:sp>
        <p:nvSpPr>
          <p:cNvPr id="18" name="Rounded Rectangle 17"/>
          <p:cNvSpPr/>
          <p:nvPr/>
        </p:nvSpPr>
        <p:spPr>
          <a:xfrm>
            <a:off x="8512036" y="4137136"/>
            <a:ext cx="3038288" cy="574835"/>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smtClean="0"/>
              <a:t>AI gắn nhãn</a:t>
            </a:r>
            <a:r>
              <a:rPr lang="en-US" altLang="zh-CN" sz="1600" b="1" smtClean="0"/>
              <a:t>: thao tác , </a:t>
            </a:r>
          </a:p>
          <a:p>
            <a:pPr algn="ctr"/>
            <a:r>
              <a:rPr lang="en-US" altLang="zh-CN" sz="1600" b="1" smtClean="0"/>
              <a:t>dụng cụ, vật liệu,…</a:t>
            </a:r>
            <a:endParaRPr lang="en-US" sz="1600" b="1"/>
          </a:p>
        </p:txBody>
      </p:sp>
      <p:sp>
        <p:nvSpPr>
          <p:cNvPr id="6" name="Rounded Rectangle 5"/>
          <p:cNvSpPr/>
          <p:nvPr/>
        </p:nvSpPr>
        <p:spPr>
          <a:xfrm>
            <a:off x="4675909" y="5140109"/>
            <a:ext cx="2931724" cy="371151"/>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err="1" smtClean="0"/>
              <a:t>Tích</a:t>
            </a:r>
            <a:r>
              <a:rPr lang="en-US" sz="1600" b="1" smtClean="0"/>
              <a:t> </a:t>
            </a:r>
            <a:r>
              <a:rPr lang="en-US" sz="1600" b="1" err="1" smtClean="0"/>
              <a:t>Hợp</a:t>
            </a:r>
            <a:r>
              <a:rPr lang="en-US" sz="1600" b="1" smtClean="0"/>
              <a:t>, </a:t>
            </a:r>
            <a:r>
              <a:rPr lang="en-US" sz="1600" b="1" err="1" smtClean="0"/>
              <a:t>Lưu</a:t>
            </a:r>
            <a:r>
              <a:rPr lang="en-US" sz="1600" b="1" smtClean="0"/>
              <a:t> DATABASE</a:t>
            </a:r>
          </a:p>
        </p:txBody>
      </p:sp>
      <p:sp>
        <p:nvSpPr>
          <p:cNvPr id="21" name="Rounded Rectangle 20"/>
          <p:cNvSpPr/>
          <p:nvPr/>
        </p:nvSpPr>
        <p:spPr>
          <a:xfrm>
            <a:off x="2021751" y="5845293"/>
            <a:ext cx="2324465" cy="64210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smtClean="0"/>
              <a:t>Tự động liên kết</a:t>
            </a:r>
          </a:p>
          <a:p>
            <a:pPr algn="ctr"/>
            <a:r>
              <a:rPr lang="en-US" sz="1600" b="1" smtClean="0"/>
              <a:t> đa nguồn</a:t>
            </a:r>
          </a:p>
        </p:txBody>
      </p:sp>
      <p:sp>
        <p:nvSpPr>
          <p:cNvPr id="22" name="Rounded Rectangle 21"/>
          <p:cNvSpPr/>
          <p:nvPr/>
        </p:nvSpPr>
        <p:spPr>
          <a:xfrm>
            <a:off x="6882582" y="5845293"/>
            <a:ext cx="1450106" cy="64210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smtClean="0"/>
              <a:t>IE Check</a:t>
            </a:r>
          </a:p>
        </p:txBody>
      </p:sp>
      <p:sp>
        <p:nvSpPr>
          <p:cNvPr id="25" name="Rounded Rectangle 24"/>
          <p:cNvSpPr/>
          <p:nvPr/>
        </p:nvSpPr>
        <p:spPr>
          <a:xfrm>
            <a:off x="8700087" y="5845293"/>
            <a:ext cx="1175434" cy="64210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smtClean="0"/>
              <a:t>SOP</a:t>
            </a:r>
          </a:p>
        </p:txBody>
      </p:sp>
      <p:cxnSp>
        <p:nvCxnSpPr>
          <p:cNvPr id="27" name="Straight Arrow Connector 26"/>
          <p:cNvCxnSpPr>
            <a:stCxn id="3" idx="2"/>
            <a:endCxn id="7" idx="0"/>
          </p:cNvCxnSpPr>
          <p:nvPr/>
        </p:nvCxnSpPr>
        <p:spPr>
          <a:xfrm flipH="1">
            <a:off x="6141771" y="707478"/>
            <a:ext cx="1" cy="899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p:cNvCxnSpPr>
            <a:stCxn id="7" idx="2"/>
            <a:endCxn id="10" idx="0"/>
          </p:cNvCxnSpPr>
          <p:nvPr/>
        </p:nvCxnSpPr>
        <p:spPr>
          <a:xfrm>
            <a:off x="6141771" y="2215305"/>
            <a:ext cx="0" cy="1999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p:cNvCxnSpPr>
            <a:stCxn id="10" idx="2"/>
            <a:endCxn id="13" idx="0"/>
          </p:cNvCxnSpPr>
          <p:nvPr/>
        </p:nvCxnSpPr>
        <p:spPr>
          <a:xfrm>
            <a:off x="6141771" y="3049150"/>
            <a:ext cx="0" cy="1999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p:cNvCxnSpPr>
            <a:stCxn id="13" idx="2"/>
            <a:endCxn id="17" idx="0"/>
          </p:cNvCxnSpPr>
          <p:nvPr/>
        </p:nvCxnSpPr>
        <p:spPr>
          <a:xfrm>
            <a:off x="6141771" y="3937204"/>
            <a:ext cx="0" cy="1999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p:cNvCxnSpPr>
            <a:stCxn id="8" idx="2"/>
            <a:endCxn id="9" idx="0"/>
          </p:cNvCxnSpPr>
          <p:nvPr/>
        </p:nvCxnSpPr>
        <p:spPr>
          <a:xfrm>
            <a:off x="2280886" y="2203048"/>
            <a:ext cx="0" cy="2292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p:cNvCxnSpPr>
            <a:stCxn id="9" idx="2"/>
            <a:endCxn id="15" idx="0"/>
          </p:cNvCxnSpPr>
          <p:nvPr/>
        </p:nvCxnSpPr>
        <p:spPr>
          <a:xfrm>
            <a:off x="2280886" y="3040196"/>
            <a:ext cx="0" cy="2292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p:cNvCxnSpPr>
            <a:stCxn id="15" idx="2"/>
            <a:endCxn id="16" idx="0"/>
          </p:cNvCxnSpPr>
          <p:nvPr/>
        </p:nvCxnSpPr>
        <p:spPr>
          <a:xfrm>
            <a:off x="2280886" y="3907929"/>
            <a:ext cx="1" cy="2292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p:cNvCxnSpPr>
            <a:stCxn id="5" idx="2"/>
            <a:endCxn id="11" idx="0"/>
          </p:cNvCxnSpPr>
          <p:nvPr/>
        </p:nvCxnSpPr>
        <p:spPr>
          <a:xfrm>
            <a:off x="10028540" y="2203048"/>
            <a:ext cx="3618" cy="2655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p:cNvCxnSpPr>
            <a:stCxn id="11" idx="2"/>
            <a:endCxn id="14" idx="0"/>
          </p:cNvCxnSpPr>
          <p:nvPr/>
        </p:nvCxnSpPr>
        <p:spPr>
          <a:xfrm>
            <a:off x="10032158" y="3051373"/>
            <a:ext cx="0" cy="2655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p:cNvCxnSpPr>
            <a:stCxn id="14" idx="2"/>
            <a:endCxn id="18" idx="0"/>
          </p:cNvCxnSpPr>
          <p:nvPr/>
        </p:nvCxnSpPr>
        <p:spPr>
          <a:xfrm flipH="1">
            <a:off x="10031180" y="3871586"/>
            <a:ext cx="978" cy="2655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7" name="Straight Arrow Connector 66"/>
          <p:cNvCxnSpPr>
            <a:stCxn id="16" idx="2"/>
            <a:endCxn id="6" idx="0"/>
          </p:cNvCxnSpPr>
          <p:nvPr/>
        </p:nvCxnSpPr>
        <p:spPr>
          <a:xfrm>
            <a:off x="2280887" y="4758009"/>
            <a:ext cx="3860884" cy="3821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8" name="Straight Arrow Connector 67"/>
          <p:cNvCxnSpPr>
            <a:stCxn id="18" idx="2"/>
            <a:endCxn id="6" idx="0"/>
          </p:cNvCxnSpPr>
          <p:nvPr/>
        </p:nvCxnSpPr>
        <p:spPr>
          <a:xfrm flipH="1">
            <a:off x="6141771" y="4711971"/>
            <a:ext cx="3889409" cy="4281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1" name="Straight Arrow Connector 70"/>
          <p:cNvCxnSpPr>
            <a:stCxn id="17" idx="2"/>
            <a:endCxn id="6" idx="0"/>
          </p:cNvCxnSpPr>
          <p:nvPr/>
        </p:nvCxnSpPr>
        <p:spPr>
          <a:xfrm>
            <a:off x="6141771" y="4711971"/>
            <a:ext cx="0" cy="4281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4" name="Straight Arrow Connector 73"/>
          <p:cNvCxnSpPr>
            <a:stCxn id="6" idx="2"/>
            <a:endCxn id="21" idx="0"/>
          </p:cNvCxnSpPr>
          <p:nvPr/>
        </p:nvCxnSpPr>
        <p:spPr>
          <a:xfrm flipH="1">
            <a:off x="3183984" y="5511260"/>
            <a:ext cx="2957787" cy="3340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7" name="Straight Arrow Connector 76"/>
          <p:cNvCxnSpPr>
            <a:stCxn id="21" idx="3"/>
            <a:endCxn id="69" idx="1"/>
          </p:cNvCxnSpPr>
          <p:nvPr/>
        </p:nvCxnSpPr>
        <p:spPr>
          <a:xfrm>
            <a:off x="4346216" y="6166345"/>
            <a:ext cx="3674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3" name="Straight Arrow Connector 82"/>
          <p:cNvCxnSpPr>
            <a:stCxn id="22" idx="3"/>
            <a:endCxn id="25" idx="1"/>
          </p:cNvCxnSpPr>
          <p:nvPr/>
        </p:nvCxnSpPr>
        <p:spPr>
          <a:xfrm>
            <a:off x="8332688" y="6166345"/>
            <a:ext cx="36739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6" name="Elbow Connector 135"/>
          <p:cNvCxnSpPr>
            <a:stCxn id="3" idx="2"/>
            <a:endCxn id="8" idx="0"/>
          </p:cNvCxnSpPr>
          <p:nvPr/>
        </p:nvCxnSpPr>
        <p:spPr>
          <a:xfrm rot="5400000">
            <a:off x="3767514" y="-779150"/>
            <a:ext cx="887630" cy="3860886"/>
          </a:xfrm>
          <a:prstGeom prst="bentConnector3">
            <a:avLst>
              <a:gd name="adj1" fmla="val 20567"/>
            </a:avLst>
          </a:prstGeom>
          <a:ln>
            <a:tailEnd type="triangle"/>
          </a:ln>
        </p:spPr>
        <p:style>
          <a:lnRef idx="1">
            <a:schemeClr val="dk1"/>
          </a:lnRef>
          <a:fillRef idx="0">
            <a:schemeClr val="dk1"/>
          </a:fillRef>
          <a:effectRef idx="0">
            <a:schemeClr val="dk1"/>
          </a:effectRef>
          <a:fontRef idx="minor">
            <a:schemeClr val="tx1"/>
          </a:fontRef>
        </p:style>
      </p:cxnSp>
      <p:cxnSp>
        <p:nvCxnSpPr>
          <p:cNvPr id="140" name="Elbow Connector 139"/>
          <p:cNvCxnSpPr>
            <a:stCxn id="3" idx="2"/>
            <a:endCxn id="5" idx="0"/>
          </p:cNvCxnSpPr>
          <p:nvPr/>
        </p:nvCxnSpPr>
        <p:spPr>
          <a:xfrm rot="16200000" flipH="1">
            <a:off x="7641341" y="-792091"/>
            <a:ext cx="887630" cy="3886768"/>
          </a:xfrm>
          <a:prstGeom prst="bentConnector3">
            <a:avLst>
              <a:gd name="adj1" fmla="val 20567"/>
            </a:avLst>
          </a:prstGeom>
          <a:ln>
            <a:tailEnd type="triangle"/>
          </a:ln>
        </p:spPr>
        <p:style>
          <a:lnRef idx="1">
            <a:schemeClr val="dk1"/>
          </a:lnRef>
          <a:fillRef idx="0">
            <a:schemeClr val="dk1"/>
          </a:fillRef>
          <a:effectRef idx="0">
            <a:schemeClr val="dk1"/>
          </a:effectRef>
          <a:fontRef idx="minor">
            <a:schemeClr val="tx1"/>
          </a:fontRef>
        </p:style>
      </p:cxnSp>
      <p:sp>
        <p:nvSpPr>
          <p:cNvPr id="142" name="Rectangle 141"/>
          <p:cNvSpPr/>
          <p:nvPr/>
        </p:nvSpPr>
        <p:spPr>
          <a:xfrm>
            <a:off x="600891" y="1103190"/>
            <a:ext cx="3412613" cy="400110"/>
          </a:xfrm>
          <a:prstGeom prst="rect">
            <a:avLst/>
          </a:prstGeom>
          <a:noFill/>
        </p:spPr>
        <p:txBody>
          <a:bodyPr wrap="square" lIns="91440" tIns="45720" rIns="91440" bIns="45720">
            <a:spAutoFit/>
          </a:bodyPr>
          <a:lstStyle/>
          <a:p>
            <a:pPr algn="ctr"/>
            <a:r>
              <a:rPr lang="en-US" sz="2000" b="1" smtClean="0">
                <a:ln w="0"/>
              </a:rPr>
              <a:t>Document Processing </a:t>
            </a:r>
            <a:endParaRPr lang="en-US" sz="2000" b="1" cap="none" spc="0">
              <a:ln w="0"/>
              <a:solidFill>
                <a:schemeClr val="tx1"/>
              </a:solidFill>
            </a:endParaRPr>
          </a:p>
        </p:txBody>
      </p:sp>
      <p:sp>
        <p:nvSpPr>
          <p:cNvPr id="143" name="Rectangle 142"/>
          <p:cNvSpPr/>
          <p:nvPr/>
        </p:nvSpPr>
        <p:spPr>
          <a:xfrm>
            <a:off x="5099168" y="1123307"/>
            <a:ext cx="2126438" cy="400110"/>
          </a:xfrm>
          <a:prstGeom prst="rect">
            <a:avLst/>
          </a:prstGeom>
          <a:noFill/>
        </p:spPr>
        <p:txBody>
          <a:bodyPr wrap="square" lIns="91440" tIns="45720" rIns="91440" bIns="45720">
            <a:spAutoFit/>
          </a:bodyPr>
          <a:lstStyle/>
          <a:p>
            <a:pPr algn="ctr"/>
            <a:r>
              <a:rPr lang="en-US" sz="2000" b="1" smtClean="0">
                <a:ln w="0"/>
              </a:rPr>
              <a:t>BOM Processing</a:t>
            </a:r>
            <a:endParaRPr lang="en-US" sz="2000" b="1" cap="none" spc="0">
              <a:ln w="0"/>
              <a:solidFill>
                <a:schemeClr val="tx1"/>
              </a:solidFill>
            </a:endParaRPr>
          </a:p>
        </p:txBody>
      </p:sp>
      <p:sp>
        <p:nvSpPr>
          <p:cNvPr id="144" name="Rectangle 143"/>
          <p:cNvSpPr/>
          <p:nvPr/>
        </p:nvSpPr>
        <p:spPr>
          <a:xfrm>
            <a:off x="8862474" y="1116094"/>
            <a:ext cx="2370943" cy="400110"/>
          </a:xfrm>
          <a:prstGeom prst="rect">
            <a:avLst/>
          </a:prstGeom>
          <a:noFill/>
        </p:spPr>
        <p:txBody>
          <a:bodyPr wrap="square" lIns="91440" tIns="45720" rIns="91440" bIns="45720">
            <a:spAutoFit/>
          </a:bodyPr>
          <a:lstStyle/>
          <a:p>
            <a:pPr algn="ctr"/>
            <a:r>
              <a:rPr lang="en-US" sz="2000" b="1" smtClean="0">
                <a:ln w="0"/>
              </a:rPr>
              <a:t>VIDEO Processing</a:t>
            </a:r>
            <a:endParaRPr lang="en-US" sz="2000" b="1" cap="none" spc="0">
              <a:ln w="0"/>
              <a:solidFill>
                <a:schemeClr val="tx1"/>
              </a:solidFill>
            </a:endParaRPr>
          </a:p>
        </p:txBody>
      </p:sp>
      <p:sp>
        <p:nvSpPr>
          <p:cNvPr id="69" name="Rounded Rectangle 68"/>
          <p:cNvSpPr/>
          <p:nvPr/>
        </p:nvSpPr>
        <p:spPr>
          <a:xfrm>
            <a:off x="4713616" y="5845293"/>
            <a:ext cx="1801566" cy="64210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b="1" smtClean="0"/>
              <a:t>Tự động phát hiện mâu thuẫn</a:t>
            </a:r>
          </a:p>
        </p:txBody>
      </p:sp>
      <p:cxnSp>
        <p:nvCxnSpPr>
          <p:cNvPr id="72" name="Straight Arrow Connector 71"/>
          <p:cNvCxnSpPr>
            <a:stCxn id="69" idx="3"/>
            <a:endCxn id="22" idx="1"/>
          </p:cNvCxnSpPr>
          <p:nvPr/>
        </p:nvCxnSpPr>
        <p:spPr>
          <a:xfrm>
            <a:off x="6515182" y="6166345"/>
            <a:ext cx="3674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27891081"/>
      </p:ext>
    </p:extLst>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16A34E-783E-B91D-7279-15D236641CC6}"/>
              </a:ext>
            </a:extLst>
          </p:cNvPr>
          <p:cNvSpPr>
            <a:spLocks noGrp="1"/>
          </p:cNvSpPr>
          <p:nvPr>
            <p:ph type="sldNum" sz="quarter" idx="4"/>
          </p:nvPr>
        </p:nvSpPr>
        <p:spPr/>
        <p:txBody>
          <a:bodyPr/>
          <a:lstStyle/>
          <a:p>
            <a:fld id="{5285558A-1915-2348-AF36-B9A83F1D0F14}" type="slidenum">
              <a:rPr lang="en-US" sz="1400" smtClean="0"/>
              <a:pPr/>
              <a:t>6</a:t>
            </a:fld>
            <a:endParaRPr lang="en-US" sz="1400"/>
          </a:p>
        </p:txBody>
      </p:sp>
      <p:sp>
        <p:nvSpPr>
          <p:cNvPr id="66" name="標題 1">
            <a:extLst>
              <a:ext uri="{FF2B5EF4-FFF2-40B4-BE49-F238E27FC236}">
                <a16:creationId xmlns:a16="http://schemas.microsoft.com/office/drawing/2014/main" id="{0046A9B4-497D-F373-E0E7-694D2ABF74FF}"/>
              </a:ext>
            </a:extLst>
          </p:cNvPr>
          <p:cNvSpPr txBox="1"/>
          <p:nvPr/>
        </p:nvSpPr>
        <p:spPr>
          <a:xfrm>
            <a:off x="250945" y="201251"/>
            <a:ext cx="4125112" cy="443470"/>
          </a:xfrm>
          <a:prstGeom prst="rect">
            <a:avLst/>
          </a:prstGeom>
          <a:ln w="12700">
            <a:miter lim="400000"/>
          </a:ln>
        </p:spPr>
        <p:txBody>
          <a:bodyPr lIns="46800" tIns="45718" rIns="45718" bIns="45718" anchor="ctr">
            <a:noAutofit/>
          </a:bodyPr>
          <a:lstStyle>
            <a:lvl1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9pPr>
          </a:lstStyle>
          <a:p>
            <a:pPr>
              <a:lnSpc>
                <a:spcPct val="100000"/>
              </a:lnSpc>
              <a:defRPr/>
            </a:pPr>
            <a:r>
              <a:rPr kumimoji="1" lang="fr-FR" altLang="zh-TW" sz="3600" b="1" smtClean="0">
                <a:solidFill>
                  <a:srgbClr val="002F75"/>
                </a:solidFill>
                <a:latin typeface="Arial Black" panose="020B0604020202020204" pitchFamily="34" charset="0"/>
                <a:cs typeface="Arial Black" panose="020B0604020202020204" pitchFamily="34" charset="0"/>
              </a:rPr>
              <a:t>Flexible SOP </a:t>
            </a:r>
            <a:endParaRPr kumimoji="1" lang="zh-TW" altLang="en-US" sz="3600" b="1">
              <a:solidFill>
                <a:srgbClr val="002F75"/>
              </a:solidFill>
              <a:latin typeface="Arial Black" panose="020B0604020202020204" pitchFamily="34" charset="0"/>
              <a:cs typeface="Arial Black" panose="020B0604020202020204" pitchFamily="34" charset="0"/>
            </a:endParaRPr>
          </a:p>
        </p:txBody>
      </p:sp>
      <p:sp>
        <p:nvSpPr>
          <p:cNvPr id="4" name="Rounded Rectangle 3"/>
          <p:cNvSpPr/>
          <p:nvPr/>
        </p:nvSpPr>
        <p:spPr>
          <a:xfrm>
            <a:off x="172567" y="1371598"/>
            <a:ext cx="3837729" cy="4480562"/>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50" name="Rounded Rectangle 49"/>
          <p:cNvSpPr/>
          <p:nvPr/>
        </p:nvSpPr>
        <p:spPr>
          <a:xfrm>
            <a:off x="4167624" y="1371598"/>
            <a:ext cx="3837729" cy="4480562"/>
          </a:xfrm>
          <a:prstGeom prst="roundRect">
            <a:avLst/>
          </a:prstGeom>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solidFill>
                <a:schemeClr val="lt1"/>
              </a:solidFill>
            </a:endParaRPr>
          </a:p>
        </p:txBody>
      </p:sp>
      <p:sp>
        <p:nvSpPr>
          <p:cNvPr id="52" name="Rounded Rectangle 51"/>
          <p:cNvSpPr/>
          <p:nvPr/>
        </p:nvSpPr>
        <p:spPr>
          <a:xfrm>
            <a:off x="8162681" y="1371598"/>
            <a:ext cx="3837729" cy="4480562"/>
          </a:xfrm>
          <a:prstGeom prst="roundRect">
            <a:avLst/>
          </a:prstGeom>
          <a:ln>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solidFill>
                <a:schemeClr val="lt1"/>
              </a:solidFill>
            </a:endParaRPr>
          </a:p>
        </p:txBody>
      </p:sp>
      <p:sp>
        <p:nvSpPr>
          <p:cNvPr id="12" name="Rounded Rectangle 11"/>
          <p:cNvSpPr/>
          <p:nvPr/>
        </p:nvSpPr>
        <p:spPr>
          <a:xfrm>
            <a:off x="418011" y="1593669"/>
            <a:ext cx="3304902" cy="483325"/>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smtClean="0"/>
              <a:t>Document + BOM</a:t>
            </a:r>
            <a:endParaRPr lang="en-US" b="1"/>
          </a:p>
        </p:txBody>
      </p:sp>
      <p:sp>
        <p:nvSpPr>
          <p:cNvPr id="19" name="Rounded Rectangle 18"/>
          <p:cNvSpPr/>
          <p:nvPr/>
        </p:nvSpPr>
        <p:spPr>
          <a:xfrm>
            <a:off x="418009" y="2181496"/>
            <a:ext cx="3304903" cy="349257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23" name="Rectangle 22"/>
          <p:cNvSpPr/>
          <p:nvPr/>
        </p:nvSpPr>
        <p:spPr>
          <a:xfrm>
            <a:off x="578752" y="2299065"/>
            <a:ext cx="3025358" cy="954107"/>
          </a:xfrm>
          <a:prstGeom prst="rect">
            <a:avLst/>
          </a:prstGeom>
          <a:noFill/>
        </p:spPr>
        <p:txBody>
          <a:bodyPr wrap="square" lIns="91440" tIns="45720" rIns="91440" bIns="45720">
            <a:spAutoFit/>
          </a:bodyPr>
          <a:lstStyle/>
          <a:p>
            <a:r>
              <a:rPr lang="en-US" sz="2000" b="1" smtClean="0">
                <a:ln w="0"/>
                <a:effectLst>
                  <a:outerShdw blurRad="38100" dist="19050" dir="2700000" algn="tl" rotWithShape="0">
                    <a:schemeClr val="dk1">
                      <a:alpha val="40000"/>
                    </a:schemeClr>
                  </a:outerShdw>
                </a:effectLst>
              </a:rPr>
              <a:t>Input: </a:t>
            </a:r>
          </a:p>
          <a:p>
            <a:pPr marL="342900" indent="-342900">
              <a:buFont typeface="Arial" panose="020B0604020202020204" pitchFamily="34" charset="0"/>
              <a:buChar char="•"/>
            </a:pPr>
            <a:r>
              <a:rPr lang="en-US" smtClean="0">
                <a:ln w="0"/>
                <a:effectLst>
                  <a:outerShdw blurRad="38100" dist="19050" dir="2700000" algn="tl" rotWithShape="0">
                    <a:schemeClr val="dk1">
                      <a:alpha val="40000"/>
                    </a:schemeClr>
                  </a:outerShdw>
                </a:effectLst>
              </a:rPr>
              <a:t>Document</a:t>
            </a:r>
          </a:p>
          <a:p>
            <a:pPr marL="342900" indent="-342900">
              <a:buFont typeface="Arial" panose="020B0604020202020204" pitchFamily="34" charset="0"/>
              <a:buChar char="•"/>
            </a:pPr>
            <a:r>
              <a:rPr lang="en-US" b="0" cap="none" spc="0" smtClean="0">
                <a:ln w="0"/>
                <a:solidFill>
                  <a:schemeClr val="tx1"/>
                </a:solidFill>
                <a:effectLst>
                  <a:outerShdw blurRad="38100" dist="19050" dir="2700000" algn="tl" rotWithShape="0">
                    <a:schemeClr val="dk1">
                      <a:alpha val="40000"/>
                    </a:schemeClr>
                  </a:outerShdw>
                </a:effectLst>
              </a:rPr>
              <a:t>BOM</a:t>
            </a:r>
            <a:endParaRPr lang="en-US" b="0" cap="none" spc="0">
              <a:ln w="0"/>
              <a:solidFill>
                <a:schemeClr val="tx1"/>
              </a:solidFill>
              <a:effectLst>
                <a:outerShdw blurRad="38100" dist="19050" dir="2700000" algn="tl" rotWithShape="0">
                  <a:schemeClr val="dk1">
                    <a:alpha val="40000"/>
                  </a:schemeClr>
                </a:outerShdw>
              </a:effectLst>
            </a:endParaRPr>
          </a:p>
        </p:txBody>
      </p:sp>
      <p:sp>
        <p:nvSpPr>
          <p:cNvPr id="56" name="Rectangle 55"/>
          <p:cNvSpPr/>
          <p:nvPr/>
        </p:nvSpPr>
        <p:spPr>
          <a:xfrm>
            <a:off x="578752" y="4530434"/>
            <a:ext cx="3025358" cy="954107"/>
          </a:xfrm>
          <a:prstGeom prst="rect">
            <a:avLst/>
          </a:prstGeom>
          <a:noFill/>
        </p:spPr>
        <p:txBody>
          <a:bodyPr wrap="square" lIns="91440" tIns="45720" rIns="91440" bIns="45720">
            <a:spAutoFit/>
          </a:bodyPr>
          <a:lstStyle/>
          <a:p>
            <a:r>
              <a:rPr lang="en-US" sz="2000" b="1" smtClean="0">
                <a:ln w="0"/>
                <a:effectLst>
                  <a:outerShdw blurRad="38100" dist="19050" dir="2700000" algn="tl" rotWithShape="0">
                    <a:schemeClr val="dk1">
                      <a:alpha val="40000"/>
                    </a:schemeClr>
                  </a:outerShdw>
                </a:effectLst>
              </a:rPr>
              <a:t>Output: </a:t>
            </a:r>
          </a:p>
          <a:p>
            <a:pPr marL="342900" indent="-342900">
              <a:buFont typeface="Arial" panose="020B0604020202020204" pitchFamily="34" charset="0"/>
              <a:buChar char="•"/>
            </a:pPr>
            <a:r>
              <a:rPr lang="en-US" smtClean="0">
                <a:ln w="0"/>
                <a:effectLst>
                  <a:outerShdw blurRad="38100" dist="19050" dir="2700000" algn="tl" rotWithShape="0">
                    <a:schemeClr val="dk1">
                      <a:alpha val="40000"/>
                    </a:schemeClr>
                  </a:outerShdw>
                </a:effectLst>
              </a:rPr>
              <a:t>Draft SOP.</a:t>
            </a:r>
          </a:p>
          <a:p>
            <a:pPr marL="342900" indent="-342900">
              <a:buFont typeface="Arial" panose="020B0604020202020204" pitchFamily="34" charset="0"/>
              <a:buChar char="•"/>
            </a:pPr>
            <a:endParaRPr lang="en-US" b="0" cap="none" spc="0">
              <a:ln w="0"/>
              <a:solidFill>
                <a:schemeClr val="tx1"/>
              </a:solidFill>
              <a:effectLst>
                <a:outerShdw blurRad="38100" dist="19050" dir="2700000" algn="tl" rotWithShape="0">
                  <a:schemeClr val="dk1">
                    <a:alpha val="40000"/>
                  </a:schemeClr>
                </a:outerShdw>
              </a:effectLst>
            </a:endParaRPr>
          </a:p>
        </p:txBody>
      </p:sp>
      <p:sp>
        <p:nvSpPr>
          <p:cNvPr id="58" name="Rounded Rectangle 57"/>
          <p:cNvSpPr/>
          <p:nvPr/>
        </p:nvSpPr>
        <p:spPr>
          <a:xfrm>
            <a:off x="4434037" y="1593668"/>
            <a:ext cx="3304902" cy="483325"/>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smtClean="0"/>
              <a:t>VIDEO + BOM</a:t>
            </a:r>
            <a:endParaRPr lang="en-US" b="1"/>
          </a:p>
        </p:txBody>
      </p:sp>
      <p:sp>
        <p:nvSpPr>
          <p:cNvPr id="59" name="Rounded Rectangle 58"/>
          <p:cNvSpPr/>
          <p:nvPr/>
        </p:nvSpPr>
        <p:spPr>
          <a:xfrm>
            <a:off x="8429094" y="1593668"/>
            <a:ext cx="3304902" cy="483325"/>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b="1" smtClean="0"/>
              <a:t>VIDEO + Document + BOM</a:t>
            </a:r>
            <a:endParaRPr lang="en-US" b="1"/>
          </a:p>
        </p:txBody>
      </p:sp>
      <p:sp>
        <p:nvSpPr>
          <p:cNvPr id="62" name="Rectangle 61"/>
          <p:cNvSpPr/>
          <p:nvPr/>
        </p:nvSpPr>
        <p:spPr>
          <a:xfrm>
            <a:off x="557781" y="3468488"/>
            <a:ext cx="3025358" cy="954107"/>
          </a:xfrm>
          <a:prstGeom prst="rect">
            <a:avLst/>
          </a:prstGeom>
          <a:noFill/>
        </p:spPr>
        <p:txBody>
          <a:bodyPr wrap="square" lIns="91440" tIns="45720" rIns="91440" bIns="45720">
            <a:spAutoFit/>
          </a:bodyPr>
          <a:lstStyle/>
          <a:p>
            <a:r>
              <a:rPr lang="en-US" sz="2000" b="1" smtClean="0">
                <a:ln w="0"/>
                <a:effectLst>
                  <a:outerShdw blurRad="38100" dist="19050" dir="2700000" algn="tl" rotWithShape="0">
                    <a:schemeClr val="dk1">
                      <a:alpha val="40000"/>
                    </a:schemeClr>
                  </a:outerShdw>
                </a:effectLst>
              </a:rPr>
              <a:t>System processing: </a:t>
            </a:r>
          </a:p>
          <a:p>
            <a:pPr marL="342900" indent="-342900">
              <a:buFont typeface="Arial" panose="020B0604020202020204" pitchFamily="34" charset="0"/>
              <a:buChar char="•"/>
            </a:pPr>
            <a:r>
              <a:rPr lang="en-US" smtClean="0">
                <a:ln w="0"/>
                <a:effectLst>
                  <a:outerShdw blurRad="38100" dist="19050" dir="2700000" algn="tl" rotWithShape="0">
                    <a:schemeClr val="dk1">
                      <a:alpha val="40000"/>
                    </a:schemeClr>
                  </a:outerShdw>
                </a:effectLst>
              </a:rPr>
              <a:t>Extract information from Document - BOM .</a:t>
            </a:r>
          </a:p>
        </p:txBody>
      </p:sp>
      <p:sp>
        <p:nvSpPr>
          <p:cNvPr id="63" name="Rounded Rectangle 62"/>
          <p:cNvSpPr/>
          <p:nvPr/>
        </p:nvSpPr>
        <p:spPr>
          <a:xfrm>
            <a:off x="4416481" y="2181496"/>
            <a:ext cx="3304903" cy="349257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64" name="Rounded Rectangle 63"/>
          <p:cNvSpPr/>
          <p:nvPr/>
        </p:nvSpPr>
        <p:spPr>
          <a:xfrm>
            <a:off x="8429094" y="2181494"/>
            <a:ext cx="3304903" cy="3492579"/>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65" name="Rectangle 64"/>
          <p:cNvSpPr/>
          <p:nvPr/>
        </p:nvSpPr>
        <p:spPr>
          <a:xfrm>
            <a:off x="4573809" y="2284139"/>
            <a:ext cx="3025358" cy="954107"/>
          </a:xfrm>
          <a:prstGeom prst="rect">
            <a:avLst/>
          </a:prstGeom>
          <a:noFill/>
        </p:spPr>
        <p:txBody>
          <a:bodyPr wrap="square" lIns="91440" tIns="45720" rIns="91440" bIns="45720">
            <a:spAutoFit/>
          </a:bodyPr>
          <a:lstStyle/>
          <a:p>
            <a:r>
              <a:rPr lang="en-US" sz="2000" b="1" smtClean="0">
                <a:ln w="0"/>
                <a:effectLst>
                  <a:outerShdw blurRad="38100" dist="19050" dir="2700000" algn="tl" rotWithShape="0">
                    <a:schemeClr val="dk1">
                      <a:alpha val="40000"/>
                    </a:schemeClr>
                  </a:outerShdw>
                </a:effectLst>
              </a:rPr>
              <a:t>Input: </a:t>
            </a:r>
          </a:p>
          <a:p>
            <a:pPr marL="342900" indent="-342900">
              <a:buFont typeface="Arial" panose="020B0604020202020204" pitchFamily="34" charset="0"/>
              <a:buChar char="•"/>
            </a:pPr>
            <a:r>
              <a:rPr lang="en-US" smtClean="0">
                <a:ln w="0"/>
                <a:effectLst>
                  <a:outerShdw blurRad="38100" dist="19050" dir="2700000" algn="tl" rotWithShape="0">
                    <a:schemeClr val="dk1">
                      <a:alpha val="40000"/>
                    </a:schemeClr>
                  </a:outerShdw>
                </a:effectLst>
              </a:rPr>
              <a:t>VIDEO</a:t>
            </a:r>
          </a:p>
          <a:p>
            <a:pPr marL="342900" indent="-342900">
              <a:buFont typeface="Arial" panose="020B0604020202020204" pitchFamily="34" charset="0"/>
              <a:buChar char="•"/>
            </a:pPr>
            <a:r>
              <a:rPr lang="en-US" b="0" cap="none" spc="0" smtClean="0">
                <a:ln w="0"/>
                <a:solidFill>
                  <a:schemeClr val="tx1"/>
                </a:solidFill>
                <a:effectLst>
                  <a:outerShdw blurRad="38100" dist="19050" dir="2700000" algn="tl" rotWithShape="0">
                    <a:schemeClr val="dk1">
                      <a:alpha val="40000"/>
                    </a:schemeClr>
                  </a:outerShdw>
                </a:effectLst>
              </a:rPr>
              <a:t>BOM</a:t>
            </a:r>
            <a:endParaRPr lang="en-US" b="0" cap="none" spc="0">
              <a:ln w="0"/>
              <a:solidFill>
                <a:schemeClr val="tx1"/>
              </a:solidFill>
              <a:effectLst>
                <a:outerShdw blurRad="38100" dist="19050" dir="2700000" algn="tl" rotWithShape="0">
                  <a:schemeClr val="dk1">
                    <a:alpha val="40000"/>
                  </a:schemeClr>
                </a:outerShdw>
              </a:effectLst>
            </a:endParaRPr>
          </a:p>
        </p:txBody>
      </p:sp>
      <p:sp>
        <p:nvSpPr>
          <p:cNvPr id="70" name="Rectangle 69"/>
          <p:cNvSpPr/>
          <p:nvPr/>
        </p:nvSpPr>
        <p:spPr>
          <a:xfrm>
            <a:off x="4564667" y="3471386"/>
            <a:ext cx="3165130" cy="954107"/>
          </a:xfrm>
          <a:prstGeom prst="rect">
            <a:avLst/>
          </a:prstGeom>
          <a:noFill/>
        </p:spPr>
        <p:txBody>
          <a:bodyPr wrap="square" lIns="91440" tIns="45720" rIns="91440" bIns="45720">
            <a:spAutoFit/>
          </a:bodyPr>
          <a:lstStyle/>
          <a:p>
            <a:r>
              <a:rPr lang="en-US" sz="2000" b="1" smtClean="0">
                <a:ln w="0"/>
                <a:effectLst>
                  <a:outerShdw blurRad="38100" dist="19050" dir="2700000" algn="tl" rotWithShape="0">
                    <a:schemeClr val="dk1">
                      <a:alpha val="40000"/>
                    </a:schemeClr>
                  </a:outerShdw>
                </a:effectLst>
              </a:rPr>
              <a:t>System processing: </a:t>
            </a:r>
          </a:p>
          <a:p>
            <a:pPr marL="342900" indent="-342900">
              <a:buFont typeface="Arial" panose="020B0604020202020204" pitchFamily="34" charset="0"/>
              <a:buChar char="•"/>
            </a:pPr>
            <a:r>
              <a:rPr lang="en-US" smtClean="0">
                <a:ln w="0"/>
                <a:effectLst>
                  <a:outerShdw blurRad="38100" dist="19050" dir="2700000" algn="tl" rotWithShape="0">
                    <a:schemeClr val="dk1">
                      <a:alpha val="40000"/>
                    </a:schemeClr>
                  </a:outerShdw>
                </a:effectLst>
              </a:rPr>
              <a:t>Suggest a list of operations.</a:t>
            </a:r>
          </a:p>
          <a:p>
            <a:pPr marL="342900" indent="-342900">
              <a:buFont typeface="Arial" panose="020B0604020202020204" pitchFamily="34" charset="0"/>
              <a:buChar char="•"/>
            </a:pPr>
            <a:r>
              <a:rPr lang="en-US" b="0" cap="none" spc="0" smtClean="0">
                <a:ln w="0"/>
                <a:solidFill>
                  <a:schemeClr val="tx1"/>
                </a:solidFill>
                <a:effectLst>
                  <a:outerShdw blurRad="38100" dist="19050" dir="2700000" algn="tl" rotWithShape="0">
                    <a:schemeClr val="dk1">
                      <a:alpha val="40000"/>
                    </a:schemeClr>
                  </a:outerShdw>
                </a:effectLst>
              </a:rPr>
              <a:t>Confirm BOM.</a:t>
            </a:r>
            <a:endParaRPr lang="en-US" b="0" cap="none" spc="0">
              <a:ln w="0"/>
              <a:solidFill>
                <a:schemeClr val="tx1"/>
              </a:solidFill>
              <a:effectLst>
                <a:outerShdw blurRad="38100" dist="19050" dir="2700000" algn="tl" rotWithShape="0">
                  <a:schemeClr val="dk1">
                    <a:alpha val="40000"/>
                  </a:schemeClr>
                </a:outerShdw>
              </a:effectLst>
            </a:endParaRPr>
          </a:p>
        </p:txBody>
      </p:sp>
      <p:sp>
        <p:nvSpPr>
          <p:cNvPr id="73" name="Rectangle 72"/>
          <p:cNvSpPr/>
          <p:nvPr/>
        </p:nvSpPr>
        <p:spPr>
          <a:xfrm>
            <a:off x="4573809" y="4593096"/>
            <a:ext cx="3025358" cy="677108"/>
          </a:xfrm>
          <a:prstGeom prst="rect">
            <a:avLst/>
          </a:prstGeom>
          <a:noFill/>
        </p:spPr>
        <p:txBody>
          <a:bodyPr wrap="square" lIns="91440" tIns="45720" rIns="91440" bIns="45720">
            <a:spAutoFit/>
          </a:bodyPr>
          <a:lstStyle/>
          <a:p>
            <a:r>
              <a:rPr lang="en-US" sz="2000" b="1" smtClean="0">
                <a:ln w="0"/>
                <a:effectLst>
                  <a:outerShdw blurRad="38100" dist="19050" dir="2700000" algn="tl" rotWithShape="0">
                    <a:schemeClr val="dk1">
                      <a:alpha val="40000"/>
                    </a:schemeClr>
                  </a:outerShdw>
                </a:effectLst>
              </a:rPr>
              <a:t>Output: </a:t>
            </a:r>
          </a:p>
          <a:p>
            <a:pPr marL="342900" indent="-342900">
              <a:buFont typeface="Arial" panose="020B0604020202020204" pitchFamily="34" charset="0"/>
              <a:buChar char="•"/>
            </a:pPr>
            <a:r>
              <a:rPr lang="en-US"/>
              <a:t>Realistic </a:t>
            </a:r>
            <a:r>
              <a:rPr lang="en-US" smtClean="0"/>
              <a:t>SOP.</a:t>
            </a:r>
            <a:endParaRPr lang="en-US" smtClean="0">
              <a:ln w="0"/>
              <a:effectLst>
                <a:outerShdw blurRad="38100" dist="19050" dir="2700000" algn="tl" rotWithShape="0">
                  <a:schemeClr val="dk1">
                    <a:alpha val="40000"/>
                  </a:schemeClr>
                </a:outerShdw>
              </a:effectLst>
            </a:endParaRPr>
          </a:p>
        </p:txBody>
      </p:sp>
      <p:sp>
        <p:nvSpPr>
          <p:cNvPr id="75" name="Rectangle 74"/>
          <p:cNvSpPr/>
          <p:nvPr/>
        </p:nvSpPr>
        <p:spPr>
          <a:xfrm>
            <a:off x="8639717" y="2240280"/>
            <a:ext cx="3025358" cy="1231106"/>
          </a:xfrm>
          <a:prstGeom prst="rect">
            <a:avLst/>
          </a:prstGeom>
          <a:noFill/>
        </p:spPr>
        <p:txBody>
          <a:bodyPr wrap="square" lIns="91440" tIns="45720" rIns="91440" bIns="45720">
            <a:spAutoFit/>
          </a:bodyPr>
          <a:lstStyle/>
          <a:p>
            <a:r>
              <a:rPr lang="en-US" sz="2000" b="1" smtClean="0">
                <a:ln w="0"/>
                <a:effectLst>
                  <a:outerShdw blurRad="38100" dist="19050" dir="2700000" algn="tl" rotWithShape="0">
                    <a:schemeClr val="dk1">
                      <a:alpha val="40000"/>
                    </a:schemeClr>
                  </a:outerShdw>
                </a:effectLst>
              </a:rPr>
              <a:t>Input: </a:t>
            </a:r>
          </a:p>
          <a:p>
            <a:pPr marL="342900" indent="-342900">
              <a:buFont typeface="Arial" panose="020B0604020202020204" pitchFamily="34" charset="0"/>
              <a:buChar char="•"/>
            </a:pPr>
            <a:r>
              <a:rPr lang="en-US" smtClean="0">
                <a:ln w="0"/>
                <a:effectLst>
                  <a:outerShdw blurRad="38100" dist="19050" dir="2700000" algn="tl" rotWithShape="0">
                    <a:schemeClr val="dk1">
                      <a:alpha val="40000"/>
                    </a:schemeClr>
                  </a:outerShdw>
                </a:effectLst>
              </a:rPr>
              <a:t>VIDEO</a:t>
            </a:r>
          </a:p>
          <a:p>
            <a:pPr marL="342900" indent="-342900">
              <a:buFont typeface="Arial" panose="020B0604020202020204" pitchFamily="34" charset="0"/>
              <a:buChar char="•"/>
            </a:pPr>
            <a:r>
              <a:rPr lang="en-US" smtClean="0">
                <a:ln w="0"/>
                <a:effectLst>
                  <a:outerShdw blurRad="38100" dist="19050" dir="2700000" algn="tl" rotWithShape="0">
                    <a:schemeClr val="dk1">
                      <a:alpha val="40000"/>
                    </a:schemeClr>
                  </a:outerShdw>
                </a:effectLst>
              </a:rPr>
              <a:t>Document</a:t>
            </a:r>
          </a:p>
          <a:p>
            <a:pPr marL="342900" indent="-342900">
              <a:buFont typeface="Arial" panose="020B0604020202020204" pitchFamily="34" charset="0"/>
              <a:buChar char="•"/>
            </a:pPr>
            <a:r>
              <a:rPr lang="en-US" b="0" cap="none" spc="0" smtClean="0">
                <a:ln w="0"/>
                <a:solidFill>
                  <a:schemeClr val="tx1"/>
                </a:solidFill>
                <a:effectLst>
                  <a:outerShdw blurRad="38100" dist="19050" dir="2700000" algn="tl" rotWithShape="0">
                    <a:schemeClr val="dk1">
                      <a:alpha val="40000"/>
                    </a:schemeClr>
                  </a:outerShdw>
                </a:effectLst>
              </a:rPr>
              <a:t>BOM</a:t>
            </a:r>
            <a:endParaRPr lang="en-US" b="0" cap="none" spc="0">
              <a:ln w="0"/>
              <a:solidFill>
                <a:schemeClr val="tx1"/>
              </a:solidFill>
              <a:effectLst>
                <a:outerShdw blurRad="38100" dist="19050" dir="2700000" algn="tl" rotWithShape="0">
                  <a:schemeClr val="dk1">
                    <a:alpha val="40000"/>
                  </a:schemeClr>
                </a:outerShdw>
              </a:effectLst>
            </a:endParaRPr>
          </a:p>
        </p:txBody>
      </p:sp>
      <p:sp>
        <p:nvSpPr>
          <p:cNvPr id="76" name="Rectangle 75"/>
          <p:cNvSpPr/>
          <p:nvPr/>
        </p:nvSpPr>
        <p:spPr>
          <a:xfrm>
            <a:off x="8639717" y="3471386"/>
            <a:ext cx="3025358" cy="1508105"/>
          </a:xfrm>
          <a:prstGeom prst="rect">
            <a:avLst/>
          </a:prstGeom>
          <a:noFill/>
        </p:spPr>
        <p:txBody>
          <a:bodyPr wrap="square" lIns="91440" tIns="45720" rIns="91440" bIns="45720">
            <a:spAutoFit/>
          </a:bodyPr>
          <a:lstStyle/>
          <a:p>
            <a:r>
              <a:rPr lang="en-US" sz="2000" b="1" smtClean="0">
                <a:ln w="0"/>
                <a:effectLst>
                  <a:outerShdw blurRad="38100" dist="19050" dir="2700000" algn="tl" rotWithShape="0">
                    <a:schemeClr val="dk1">
                      <a:alpha val="40000"/>
                    </a:schemeClr>
                  </a:outerShdw>
                </a:effectLst>
              </a:rPr>
              <a:t>System processing: </a:t>
            </a:r>
          </a:p>
          <a:p>
            <a:pPr marL="342900" indent="-342900">
              <a:buFont typeface="Arial" panose="020B0604020202020204" pitchFamily="34" charset="0"/>
              <a:buChar char="•"/>
            </a:pPr>
            <a:r>
              <a:rPr lang="en-US" smtClean="0">
                <a:ln w="0"/>
                <a:effectLst>
                  <a:outerShdw blurRad="38100" dist="19050" dir="2700000" algn="tl" rotWithShape="0">
                    <a:schemeClr val="dk1">
                      <a:alpha val="40000"/>
                    </a:schemeClr>
                  </a:outerShdw>
                </a:effectLst>
              </a:rPr>
              <a:t>Suggest a list of operations</a:t>
            </a:r>
          </a:p>
          <a:p>
            <a:pPr marL="342900" indent="-342900">
              <a:buFont typeface="Arial" panose="020B0604020202020204" pitchFamily="34" charset="0"/>
              <a:buChar char="•"/>
            </a:pPr>
            <a:r>
              <a:rPr lang="en-US" smtClean="0">
                <a:ln w="0"/>
                <a:effectLst>
                  <a:outerShdw blurRad="38100" dist="19050" dir="2700000" algn="tl" rotWithShape="0">
                    <a:schemeClr val="dk1">
                      <a:alpha val="40000"/>
                    </a:schemeClr>
                  </a:outerShdw>
                </a:effectLst>
              </a:rPr>
              <a:t>Compare standard from Document.</a:t>
            </a:r>
          </a:p>
          <a:p>
            <a:pPr marL="342900" indent="-342900">
              <a:buFont typeface="Arial" panose="020B0604020202020204" pitchFamily="34" charset="0"/>
              <a:buChar char="•"/>
            </a:pPr>
            <a:r>
              <a:rPr lang="en-US" b="0" cap="none" spc="0" smtClean="0">
                <a:ln w="0"/>
                <a:solidFill>
                  <a:schemeClr val="tx1"/>
                </a:solidFill>
                <a:effectLst>
                  <a:outerShdw blurRad="38100" dist="19050" dir="2700000" algn="tl" rotWithShape="0">
                    <a:schemeClr val="dk1">
                      <a:alpha val="40000"/>
                    </a:schemeClr>
                  </a:outerShdw>
                </a:effectLst>
              </a:rPr>
              <a:t>Confirm BOM.</a:t>
            </a:r>
            <a:endParaRPr lang="en-US" b="0" cap="none" spc="0">
              <a:ln w="0"/>
              <a:solidFill>
                <a:schemeClr val="tx1"/>
              </a:solidFill>
              <a:effectLst>
                <a:outerShdw blurRad="38100" dist="19050" dir="2700000" algn="tl" rotWithShape="0">
                  <a:schemeClr val="dk1">
                    <a:alpha val="40000"/>
                  </a:schemeClr>
                </a:outerShdw>
              </a:effectLst>
            </a:endParaRPr>
          </a:p>
        </p:txBody>
      </p:sp>
      <p:sp>
        <p:nvSpPr>
          <p:cNvPr id="78" name="Rectangle 77"/>
          <p:cNvSpPr/>
          <p:nvPr/>
        </p:nvSpPr>
        <p:spPr>
          <a:xfrm>
            <a:off x="8639717" y="4931650"/>
            <a:ext cx="3025358" cy="677108"/>
          </a:xfrm>
          <a:prstGeom prst="rect">
            <a:avLst/>
          </a:prstGeom>
          <a:noFill/>
        </p:spPr>
        <p:txBody>
          <a:bodyPr wrap="square" lIns="91440" tIns="45720" rIns="91440" bIns="45720">
            <a:spAutoFit/>
          </a:bodyPr>
          <a:lstStyle/>
          <a:p>
            <a:r>
              <a:rPr lang="en-US" sz="2000" b="1" smtClean="0">
                <a:ln w="0"/>
                <a:effectLst>
                  <a:outerShdw blurRad="38100" dist="19050" dir="2700000" algn="tl" rotWithShape="0">
                    <a:schemeClr val="dk1">
                      <a:alpha val="40000"/>
                    </a:schemeClr>
                  </a:outerShdw>
                </a:effectLst>
              </a:rPr>
              <a:t>Output: </a:t>
            </a:r>
          </a:p>
          <a:p>
            <a:pPr marL="342900" indent="-342900">
              <a:buFont typeface="Arial" panose="020B0604020202020204" pitchFamily="34" charset="0"/>
              <a:buChar char="•"/>
            </a:pPr>
            <a:r>
              <a:rPr lang="en-US" smtClean="0">
                <a:ln w="0"/>
                <a:effectLst>
                  <a:outerShdw blurRad="38100" dist="19050" dir="2700000" algn="tl" rotWithShape="0">
                    <a:schemeClr val="dk1">
                      <a:alpha val="40000"/>
                    </a:schemeClr>
                  </a:outerShdw>
                </a:effectLst>
              </a:rPr>
              <a:t>Standard SOP.</a:t>
            </a:r>
          </a:p>
        </p:txBody>
      </p:sp>
    </p:spTree>
    <p:extLst>
      <p:ext uri="{BB962C8B-B14F-4D97-AF65-F5344CB8AC3E}">
        <p14:creationId xmlns:p14="http://schemas.microsoft.com/office/powerpoint/2010/main" val="1368313921"/>
      </p:ext>
    </p:extLst>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2"/>
          <a:stretch>
            <a:fillRect/>
          </a:stretch>
        </p:blipFill>
        <p:spPr>
          <a:xfrm>
            <a:off x="104656" y="706830"/>
            <a:ext cx="5387857" cy="3237958"/>
          </a:xfrm>
          <a:prstGeom prst="rect">
            <a:avLst/>
          </a:prstGeom>
          <a:ln>
            <a:solidFill>
              <a:schemeClr val="tx1"/>
            </a:solidFill>
          </a:ln>
        </p:spPr>
      </p:pic>
      <p:sp>
        <p:nvSpPr>
          <p:cNvPr id="19" name="Rounded Rectangle 18"/>
          <p:cNvSpPr/>
          <p:nvPr/>
        </p:nvSpPr>
        <p:spPr>
          <a:xfrm>
            <a:off x="111245" y="3981450"/>
            <a:ext cx="5387855" cy="2644704"/>
          </a:xfrm>
          <a:prstGeom prst="round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D316A34E-783E-B91D-7279-15D236641CC6}"/>
              </a:ext>
            </a:extLst>
          </p:cNvPr>
          <p:cNvSpPr>
            <a:spLocks noGrp="1"/>
          </p:cNvSpPr>
          <p:nvPr>
            <p:ph type="sldNum" sz="quarter" idx="4"/>
          </p:nvPr>
        </p:nvSpPr>
        <p:spPr/>
        <p:txBody>
          <a:bodyPr/>
          <a:lstStyle/>
          <a:p>
            <a:fld id="{5285558A-1915-2348-AF36-B9A83F1D0F14}" type="slidenum">
              <a:rPr lang="en-US" smtClean="0"/>
              <a:pPr/>
              <a:t>7</a:t>
            </a:fld>
            <a:endParaRPr lang="en-US"/>
          </a:p>
        </p:txBody>
      </p:sp>
      <p:sp>
        <p:nvSpPr>
          <p:cNvPr id="66" name="標題 1">
            <a:extLst>
              <a:ext uri="{FF2B5EF4-FFF2-40B4-BE49-F238E27FC236}">
                <a16:creationId xmlns:a16="http://schemas.microsoft.com/office/drawing/2014/main" id="{0046A9B4-497D-F373-E0E7-694D2ABF74FF}"/>
              </a:ext>
            </a:extLst>
          </p:cNvPr>
          <p:cNvSpPr txBox="1"/>
          <p:nvPr/>
        </p:nvSpPr>
        <p:spPr>
          <a:xfrm>
            <a:off x="250945" y="201251"/>
            <a:ext cx="10565101" cy="443470"/>
          </a:xfrm>
          <a:prstGeom prst="rect">
            <a:avLst/>
          </a:prstGeom>
          <a:ln w="12700">
            <a:miter lim="400000"/>
          </a:ln>
        </p:spPr>
        <p:txBody>
          <a:bodyPr lIns="46800" tIns="45718" rIns="45718" bIns="45718" anchor="ctr">
            <a:noAutofit/>
          </a:bodyPr>
          <a:lstStyle>
            <a:lvl1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9pPr>
          </a:lstStyle>
          <a:p>
            <a:pPr>
              <a:lnSpc>
                <a:spcPct val="100000"/>
              </a:lnSpc>
              <a:defRPr/>
            </a:pPr>
            <a:r>
              <a:rPr kumimoji="1" lang="fr-FR" altLang="zh-TW" sz="3600" b="1" smtClean="0">
                <a:solidFill>
                  <a:srgbClr val="002F75"/>
                </a:solidFill>
                <a:latin typeface="Arial Black" panose="020B0604020202020204" pitchFamily="34" charset="0"/>
                <a:cs typeface="Arial Black" panose="020B0604020202020204" pitchFamily="34" charset="0"/>
              </a:rPr>
              <a:t>Input: </a:t>
            </a:r>
            <a:r>
              <a:rPr kumimoji="1" lang="fr-FR" altLang="zh-TW" sz="3600" b="1" err="1" smtClean="0">
                <a:solidFill>
                  <a:srgbClr val="002F75"/>
                </a:solidFill>
                <a:latin typeface="Arial Black" panose="020B0604020202020204" pitchFamily="34" charset="0"/>
                <a:cs typeface="Arial Black" panose="020B0604020202020204" pitchFamily="34" charset="0"/>
              </a:rPr>
              <a:t>Manufacturing</a:t>
            </a:r>
            <a:r>
              <a:rPr kumimoji="1" lang="fr-FR" altLang="zh-TW" sz="3600" b="1" smtClean="0">
                <a:solidFill>
                  <a:srgbClr val="002F75"/>
                </a:solidFill>
                <a:latin typeface="Arial Black" panose="020B0604020202020204" pitchFamily="34" charset="0"/>
                <a:cs typeface="Arial Black" panose="020B0604020202020204" pitchFamily="34" charset="0"/>
              </a:rPr>
              <a:t> Document</a:t>
            </a:r>
            <a:endParaRPr kumimoji="1" lang="zh-TW" altLang="en-US" sz="3600" b="1">
              <a:solidFill>
                <a:srgbClr val="002F75"/>
              </a:solidFill>
              <a:latin typeface="Arial Black" panose="020B0604020202020204" pitchFamily="34" charset="0"/>
              <a:cs typeface="Arial Black" panose="020B0604020202020204" pitchFamily="34" charset="0"/>
            </a:endParaRPr>
          </a:p>
        </p:txBody>
      </p:sp>
      <p:pic>
        <p:nvPicPr>
          <p:cNvPr id="4" name="Picture 3"/>
          <p:cNvPicPr>
            <a:picLocks noChangeAspect="1"/>
          </p:cNvPicPr>
          <p:nvPr/>
        </p:nvPicPr>
        <p:blipFill>
          <a:blip r:embed="rId3"/>
          <a:stretch>
            <a:fillRect/>
          </a:stretch>
        </p:blipFill>
        <p:spPr>
          <a:xfrm>
            <a:off x="5613400" y="695114"/>
            <a:ext cx="6477000" cy="3625122"/>
          </a:xfrm>
          <a:prstGeom prst="rect">
            <a:avLst/>
          </a:prstGeom>
          <a:ln>
            <a:solidFill>
              <a:schemeClr val="tx1"/>
            </a:solidFill>
          </a:ln>
        </p:spPr>
      </p:pic>
      <p:sp>
        <p:nvSpPr>
          <p:cNvPr id="5" name="Rectangle 4"/>
          <p:cNvSpPr/>
          <p:nvPr/>
        </p:nvSpPr>
        <p:spPr>
          <a:xfrm>
            <a:off x="104521" y="706786"/>
            <a:ext cx="2025530" cy="161609"/>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04521" y="870300"/>
            <a:ext cx="4155955" cy="154099"/>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14150" y="1029054"/>
            <a:ext cx="1155580" cy="532096"/>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11272" y="3509365"/>
            <a:ext cx="2472948" cy="12711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811272" y="3642194"/>
            <a:ext cx="3753107" cy="13628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612893" y="693101"/>
            <a:ext cx="2441448" cy="221299"/>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612893" y="914400"/>
            <a:ext cx="3481070" cy="221299"/>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5791199" y="1141306"/>
            <a:ext cx="5722621" cy="1905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5723346" y="4358615"/>
            <a:ext cx="6367054" cy="2162062"/>
          </a:xfrm>
          <a:prstGeom prst="round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944879" y="4275431"/>
            <a:ext cx="3619500" cy="1973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smtClean="0"/>
              <a:t>BACK Cover Sub Assembly: step1</a:t>
            </a:r>
            <a:endParaRPr lang="en-US" sz="1400"/>
          </a:p>
        </p:txBody>
      </p:sp>
      <p:sp>
        <p:nvSpPr>
          <p:cNvPr id="20" name="Rounded Rectangle 19"/>
          <p:cNvSpPr/>
          <p:nvPr/>
        </p:nvSpPr>
        <p:spPr>
          <a:xfrm>
            <a:off x="303001" y="4492350"/>
            <a:ext cx="5146555" cy="4304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400" smtClean="0"/>
          </a:p>
          <a:p>
            <a:r>
              <a:rPr lang="en-US" sz="1400" smtClean="0"/>
              <a:t>Insert </a:t>
            </a:r>
            <a:r>
              <a:rPr lang="en-US" sz="1400"/>
              <a:t>ANTENNAS to holder on Back </a:t>
            </a:r>
            <a:r>
              <a:rPr lang="en-US" sz="1400" smtClean="0"/>
              <a:t>Cover, consisting </a:t>
            </a:r>
            <a:r>
              <a:rPr lang="en-US" sz="1400"/>
              <a:t>with the marking on housing</a:t>
            </a:r>
            <a:r>
              <a:rPr lang="en-US" sz="1400" smtClean="0"/>
              <a:t>.</a:t>
            </a:r>
            <a:br>
              <a:rPr lang="en-US" sz="1400" smtClean="0"/>
            </a:br>
            <a:endParaRPr lang="en-US" sz="1400"/>
          </a:p>
        </p:txBody>
      </p:sp>
      <p:sp>
        <p:nvSpPr>
          <p:cNvPr id="21" name="Rounded Rectangle 20"/>
          <p:cNvSpPr/>
          <p:nvPr/>
        </p:nvSpPr>
        <p:spPr>
          <a:xfrm>
            <a:off x="250945" y="4946542"/>
            <a:ext cx="2682755" cy="10085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1) 2G1 PCB Black Cable: red</a:t>
            </a:r>
          </a:p>
          <a:p>
            <a:r>
              <a:rPr lang="en-US" sz="1400"/>
              <a:t>2) 5G3 PCB Black Cable: blue</a:t>
            </a:r>
          </a:p>
          <a:p>
            <a:r>
              <a:rPr lang="en-US" sz="1400"/>
              <a:t>3) 2G0 PCB Black Cable: black</a:t>
            </a:r>
          </a:p>
          <a:p>
            <a:r>
              <a:rPr lang="en-US" sz="1400"/>
              <a:t>4) 5G0 PCB Green Cable: grey</a:t>
            </a:r>
          </a:p>
        </p:txBody>
      </p:sp>
      <p:sp>
        <p:nvSpPr>
          <p:cNvPr id="22" name="Rounded Rectangle 21"/>
          <p:cNvSpPr/>
          <p:nvPr/>
        </p:nvSpPr>
        <p:spPr>
          <a:xfrm>
            <a:off x="3073400" y="4946542"/>
            <a:ext cx="2317534" cy="10085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Antenna board should be inserted to </a:t>
            </a:r>
            <a:r>
              <a:rPr lang="en-US" sz="1400" smtClean="0"/>
              <a:t>end until no any </a:t>
            </a:r>
            <a:r>
              <a:rPr lang="en-US" sz="1400"/>
              <a:t>free movement.</a:t>
            </a:r>
          </a:p>
        </p:txBody>
      </p:sp>
      <p:sp>
        <p:nvSpPr>
          <p:cNvPr id="23" name="Rounded Rectangle 22"/>
          <p:cNvSpPr/>
          <p:nvPr/>
        </p:nvSpPr>
        <p:spPr>
          <a:xfrm>
            <a:off x="292111" y="5978366"/>
            <a:ext cx="5079987" cy="4304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t>Antenna holder wall work as reference feature for visual checking, antenna board should not be above them.</a:t>
            </a:r>
          </a:p>
        </p:txBody>
      </p:sp>
      <p:sp>
        <p:nvSpPr>
          <p:cNvPr id="24" name="Rounded Rectangle 23"/>
          <p:cNvSpPr/>
          <p:nvPr/>
        </p:nvSpPr>
        <p:spPr>
          <a:xfrm>
            <a:off x="1867371" y="3994270"/>
            <a:ext cx="1950719" cy="251821"/>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b="1" smtClean="0"/>
              <a:t>Extract Information</a:t>
            </a:r>
            <a:endParaRPr lang="en-US" sz="1400" b="1"/>
          </a:p>
        </p:txBody>
      </p:sp>
      <p:sp>
        <p:nvSpPr>
          <p:cNvPr id="25" name="Rounded Rectangle 24"/>
          <p:cNvSpPr/>
          <p:nvPr/>
        </p:nvSpPr>
        <p:spPr>
          <a:xfrm>
            <a:off x="7876540" y="4386464"/>
            <a:ext cx="1950719" cy="251821"/>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b="1" smtClean="0"/>
              <a:t>Extract Information</a:t>
            </a:r>
            <a:endParaRPr lang="en-US" sz="1400" b="1"/>
          </a:p>
        </p:txBody>
      </p:sp>
      <p:sp>
        <p:nvSpPr>
          <p:cNvPr id="26" name="Rounded Rectangle 25"/>
          <p:cNvSpPr/>
          <p:nvPr/>
        </p:nvSpPr>
        <p:spPr>
          <a:xfrm>
            <a:off x="6433833" y="4688677"/>
            <a:ext cx="5079987" cy="4304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smtClean="0"/>
              <a:t>BACK Cover Sub Assembly: step2</a:t>
            </a:r>
            <a:endParaRPr lang="en-US" sz="1400"/>
          </a:p>
        </p:txBody>
      </p:sp>
      <p:sp>
        <p:nvSpPr>
          <p:cNvPr id="27" name="Rounded Rectangle 26"/>
          <p:cNvSpPr/>
          <p:nvPr/>
        </p:nvSpPr>
        <p:spPr>
          <a:xfrm>
            <a:off x="6433833" y="5174846"/>
            <a:ext cx="5079987" cy="4304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Pre-fix the ANTENNA cable in the direction as the picture.</a:t>
            </a:r>
          </a:p>
        </p:txBody>
      </p:sp>
      <p:sp>
        <p:nvSpPr>
          <p:cNvPr id="28" name="Rounded Rectangle 27"/>
          <p:cNvSpPr/>
          <p:nvPr/>
        </p:nvSpPr>
        <p:spPr>
          <a:xfrm>
            <a:off x="5888089" y="5656409"/>
            <a:ext cx="6037567" cy="76053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Avoid to put the antenna cables under PCBA area and covered by PCBA when assembly PCBA to Back Cover in next step.</a:t>
            </a:r>
          </a:p>
        </p:txBody>
      </p:sp>
      <p:sp>
        <p:nvSpPr>
          <p:cNvPr id="29" name="Rectangle 28"/>
          <p:cNvSpPr/>
          <p:nvPr/>
        </p:nvSpPr>
        <p:spPr>
          <a:xfrm>
            <a:off x="2060635" y="3775797"/>
            <a:ext cx="1664200" cy="157742"/>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ounded Rectangle 29"/>
          <p:cNvSpPr/>
          <p:nvPr/>
        </p:nvSpPr>
        <p:spPr>
          <a:xfrm>
            <a:off x="1386711" y="6429754"/>
            <a:ext cx="3017778" cy="1697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100" smtClean="0"/>
              <a:t>组立圖及包装出货方式</a:t>
            </a:r>
            <a:r>
              <a:rPr lang="en-US" altLang="zh-CN" sz="1100" smtClean="0"/>
              <a:t>/U46L477.00/01/4 of 15</a:t>
            </a:r>
            <a:endParaRPr lang="en-US" sz="1100"/>
          </a:p>
        </p:txBody>
      </p:sp>
    </p:spTree>
    <p:extLst>
      <p:ext uri="{BB962C8B-B14F-4D97-AF65-F5344CB8AC3E}">
        <p14:creationId xmlns:p14="http://schemas.microsoft.com/office/powerpoint/2010/main" val="1644179088"/>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ounded Rectangle 9"/>
          <p:cNvSpPr/>
          <p:nvPr/>
        </p:nvSpPr>
        <p:spPr>
          <a:xfrm>
            <a:off x="669732" y="979714"/>
            <a:ext cx="5046866" cy="3968661"/>
          </a:xfrm>
          <a:prstGeom prst="round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D316A34E-783E-B91D-7279-15D236641CC6}"/>
              </a:ext>
            </a:extLst>
          </p:cNvPr>
          <p:cNvSpPr>
            <a:spLocks noGrp="1"/>
          </p:cNvSpPr>
          <p:nvPr>
            <p:ph type="sldNum" sz="quarter" idx="4"/>
          </p:nvPr>
        </p:nvSpPr>
        <p:spPr/>
        <p:txBody>
          <a:bodyPr/>
          <a:lstStyle/>
          <a:p>
            <a:fld id="{5285558A-1915-2348-AF36-B9A83F1D0F14}" type="slidenum">
              <a:rPr lang="en-US" smtClean="0"/>
              <a:pPr/>
              <a:t>8</a:t>
            </a:fld>
            <a:endParaRPr lang="en-US"/>
          </a:p>
        </p:txBody>
      </p:sp>
      <p:sp>
        <p:nvSpPr>
          <p:cNvPr id="6" name="Rounded Rectangle 5"/>
          <p:cNvSpPr/>
          <p:nvPr/>
        </p:nvSpPr>
        <p:spPr>
          <a:xfrm>
            <a:off x="999439" y="1592741"/>
            <a:ext cx="1484590" cy="327959"/>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000" b="1" smtClean="0">
                <a:solidFill>
                  <a:schemeClr val="bg1"/>
                </a:solidFill>
              </a:rPr>
              <a:t>Format</a:t>
            </a:r>
            <a:endParaRPr lang="en-US" sz="2000" b="1">
              <a:solidFill>
                <a:schemeClr val="bg1"/>
              </a:solidFill>
            </a:endParaRPr>
          </a:p>
        </p:txBody>
      </p:sp>
      <p:sp>
        <p:nvSpPr>
          <p:cNvPr id="8" name="Rounded Rectangle 7"/>
          <p:cNvSpPr/>
          <p:nvPr/>
        </p:nvSpPr>
        <p:spPr>
          <a:xfrm>
            <a:off x="1285619" y="2019939"/>
            <a:ext cx="1030994" cy="655077"/>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marL="285750" indent="-285750" algn="ctr">
              <a:buFont typeface="Arial" panose="020B0604020202020204" pitchFamily="34" charset="0"/>
              <a:buChar char="•"/>
            </a:pPr>
            <a:r>
              <a:rPr lang="en-US" sz="1600" smtClean="0"/>
              <a:t>PPT</a:t>
            </a:r>
          </a:p>
          <a:p>
            <a:pPr marL="285750" indent="-285750" algn="ctr">
              <a:buFont typeface="Arial" panose="020B0604020202020204" pitchFamily="34" charset="0"/>
              <a:buChar char="•"/>
            </a:pPr>
            <a:r>
              <a:rPr lang="en-US" sz="1600" smtClean="0"/>
              <a:t>PDF</a:t>
            </a:r>
            <a:endParaRPr lang="en-US" sz="1600"/>
          </a:p>
        </p:txBody>
      </p:sp>
      <p:sp>
        <p:nvSpPr>
          <p:cNvPr id="73" name="Rounded Rectangle 72"/>
          <p:cNvSpPr/>
          <p:nvPr/>
        </p:nvSpPr>
        <p:spPr>
          <a:xfrm>
            <a:off x="900516" y="3192119"/>
            <a:ext cx="1565486" cy="325183"/>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000" b="1">
                <a:solidFill>
                  <a:schemeClr val="bg1"/>
                </a:solidFill>
              </a:rPr>
              <a:t>Warning</a:t>
            </a:r>
          </a:p>
        </p:txBody>
      </p:sp>
      <p:sp>
        <p:nvSpPr>
          <p:cNvPr id="74" name="Rounded Rectangle 73"/>
          <p:cNvSpPr/>
          <p:nvPr/>
        </p:nvSpPr>
        <p:spPr>
          <a:xfrm>
            <a:off x="830011" y="3645019"/>
            <a:ext cx="1770412" cy="718886"/>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marL="285750" indent="-285750">
              <a:buFont typeface="Arial" panose="020B0604020202020204" pitchFamily="34" charset="0"/>
              <a:buChar char="•"/>
            </a:pPr>
            <a:r>
              <a:rPr lang="en-US" smtClean="0"/>
              <a:t>ESD warning</a:t>
            </a:r>
          </a:p>
          <a:p>
            <a:pPr algn="ctr"/>
            <a:r>
              <a:rPr lang="en-US" smtClean="0"/>
              <a:t>…</a:t>
            </a:r>
          </a:p>
        </p:txBody>
      </p:sp>
      <p:sp>
        <p:nvSpPr>
          <p:cNvPr id="75" name="Rounded Rectangle 74"/>
          <p:cNvSpPr/>
          <p:nvPr/>
        </p:nvSpPr>
        <p:spPr>
          <a:xfrm>
            <a:off x="2882665" y="1589095"/>
            <a:ext cx="2246693" cy="331606"/>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a:solidFill>
                  <a:schemeClr val="bg1"/>
                </a:solidFill>
              </a:rPr>
              <a:t>Definition of </a:t>
            </a:r>
            <a:r>
              <a:rPr lang="en-US" b="1" smtClean="0">
                <a:solidFill>
                  <a:schemeClr val="bg1"/>
                </a:solidFill>
              </a:rPr>
              <a:t>Process</a:t>
            </a:r>
            <a:endParaRPr lang="en-US" b="1">
              <a:solidFill>
                <a:schemeClr val="bg1"/>
              </a:solidFill>
            </a:endParaRPr>
          </a:p>
        </p:txBody>
      </p:sp>
      <p:sp>
        <p:nvSpPr>
          <p:cNvPr id="76" name="Rounded Rectangle 75"/>
          <p:cNvSpPr/>
          <p:nvPr/>
        </p:nvSpPr>
        <p:spPr>
          <a:xfrm>
            <a:off x="2839595" y="3192119"/>
            <a:ext cx="2289763" cy="325183"/>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a:solidFill>
                  <a:schemeClr val="bg1"/>
                </a:solidFill>
              </a:rPr>
              <a:t>Technical Standard</a:t>
            </a:r>
          </a:p>
        </p:txBody>
      </p:sp>
      <p:sp>
        <p:nvSpPr>
          <p:cNvPr id="77" name="Rounded Rectangle 76"/>
          <p:cNvSpPr/>
          <p:nvPr/>
        </p:nvSpPr>
        <p:spPr>
          <a:xfrm>
            <a:off x="2857460" y="2022661"/>
            <a:ext cx="2536395" cy="883908"/>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marL="285750" indent="-285750">
              <a:buFont typeface="Arial" panose="020B0604020202020204" pitchFamily="34" charset="0"/>
              <a:buChar char="•"/>
            </a:pPr>
            <a:r>
              <a:rPr lang="en-US" sz="1600" smtClean="0"/>
              <a:t>Standard </a:t>
            </a:r>
            <a:r>
              <a:rPr lang="en-US" sz="1600"/>
              <a:t>Process Name</a:t>
            </a:r>
          </a:p>
          <a:p>
            <a:pPr marL="285750" indent="-285750">
              <a:buFont typeface="Arial" panose="020B0604020202020204" pitchFamily="34" charset="0"/>
              <a:buChar char="•"/>
            </a:pPr>
            <a:r>
              <a:rPr lang="en-US" sz="1600"/>
              <a:t>Materials</a:t>
            </a:r>
          </a:p>
          <a:p>
            <a:pPr marL="285750" indent="-285750">
              <a:buFont typeface="Arial" panose="020B0604020202020204" pitchFamily="34" charset="0"/>
              <a:buChar char="•"/>
            </a:pPr>
            <a:r>
              <a:rPr lang="en-US" sz="1600" smtClean="0"/>
              <a:t>Equipment</a:t>
            </a:r>
            <a:endParaRPr lang="en-US" sz="1600"/>
          </a:p>
        </p:txBody>
      </p:sp>
      <p:sp>
        <p:nvSpPr>
          <p:cNvPr id="78" name="Rounded Rectangle 77"/>
          <p:cNvSpPr/>
          <p:nvPr/>
        </p:nvSpPr>
        <p:spPr>
          <a:xfrm>
            <a:off x="2717423" y="3649632"/>
            <a:ext cx="2816468" cy="1130093"/>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marL="285750" indent="-285750">
              <a:buFont typeface="Arial" panose="020B0604020202020204" pitchFamily="34" charset="0"/>
              <a:buChar char="•"/>
            </a:pPr>
            <a:r>
              <a:rPr lang="en-US" sz="1600"/>
              <a:t>The screw torque( e.g. 5.0 – 6.5 </a:t>
            </a:r>
            <a:r>
              <a:rPr lang="en-US" sz="1600" smtClean="0"/>
              <a:t>kgf-cm )</a:t>
            </a:r>
            <a:endParaRPr lang="en-US" sz="1600"/>
          </a:p>
          <a:p>
            <a:pPr marL="285750" indent="-285750">
              <a:buFont typeface="Arial" panose="020B0604020202020204" pitchFamily="34" charset="0"/>
              <a:buChar char="•"/>
            </a:pPr>
            <a:r>
              <a:rPr lang="en-US" sz="1600"/>
              <a:t>Size tolerance (e.g., gap ≤ 0.05mm)</a:t>
            </a:r>
          </a:p>
        </p:txBody>
      </p:sp>
      <p:sp>
        <p:nvSpPr>
          <p:cNvPr id="12" name="Rounded Rectangle 11"/>
          <p:cNvSpPr/>
          <p:nvPr/>
        </p:nvSpPr>
        <p:spPr>
          <a:xfrm>
            <a:off x="1452196" y="5396986"/>
            <a:ext cx="10330647" cy="524961"/>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solidFill>
                  <a:schemeClr val="dk1"/>
                </a:solidFill>
                <a:latin typeface="Arial Black" panose="020B0A04020102020204" pitchFamily="34" charset="0"/>
              </a:rPr>
              <a:t>The manufacturing document gives steps and rules for making things </a:t>
            </a:r>
            <a:r>
              <a:rPr lang="en-US" smtClean="0">
                <a:solidFill>
                  <a:schemeClr val="dk1"/>
                </a:solidFill>
                <a:latin typeface="Arial Black" panose="020B0A04020102020204" pitchFamily="34" charset="0"/>
              </a:rPr>
              <a:t>correctly.</a:t>
            </a:r>
            <a:endParaRPr lang="en-US">
              <a:solidFill>
                <a:schemeClr val="dk1"/>
              </a:solidFill>
              <a:latin typeface="Arial Black" panose="020B0A04020102020204" pitchFamily="34" charset="0"/>
            </a:endParaRPr>
          </a:p>
        </p:txBody>
      </p:sp>
      <p:sp>
        <p:nvSpPr>
          <p:cNvPr id="22" name="4-Point Star 21"/>
          <p:cNvSpPr/>
          <p:nvPr/>
        </p:nvSpPr>
        <p:spPr>
          <a:xfrm>
            <a:off x="2655652" y="1396960"/>
            <a:ext cx="462362" cy="431946"/>
          </a:xfrm>
          <a:prstGeom prst="star4">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3" name="4-Point Star 22"/>
          <p:cNvSpPr/>
          <p:nvPr/>
        </p:nvSpPr>
        <p:spPr>
          <a:xfrm>
            <a:off x="768258" y="1398176"/>
            <a:ext cx="462362" cy="431946"/>
          </a:xfrm>
          <a:prstGeom prst="star4">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4" name="4-Point Star 23"/>
          <p:cNvSpPr/>
          <p:nvPr/>
        </p:nvSpPr>
        <p:spPr>
          <a:xfrm>
            <a:off x="656669" y="2984652"/>
            <a:ext cx="462362" cy="431946"/>
          </a:xfrm>
          <a:prstGeom prst="star4">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5" name="4-Point Star 24"/>
          <p:cNvSpPr/>
          <p:nvPr/>
        </p:nvSpPr>
        <p:spPr>
          <a:xfrm>
            <a:off x="2608085" y="2984652"/>
            <a:ext cx="462362" cy="431946"/>
          </a:xfrm>
          <a:prstGeom prst="star4">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6" name="Rounded Rectangle 25"/>
          <p:cNvSpPr/>
          <p:nvPr/>
        </p:nvSpPr>
        <p:spPr>
          <a:xfrm>
            <a:off x="6493717" y="2815348"/>
            <a:ext cx="1288137" cy="655165"/>
          </a:xfrm>
          <a:prstGeom prst="round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smtClean="0">
                <a:solidFill>
                  <a:schemeClr val="tx1"/>
                </a:solidFill>
              </a:rPr>
              <a:t>Extract Information</a:t>
            </a:r>
            <a:endParaRPr lang="en-US" sz="1600" b="1">
              <a:solidFill>
                <a:schemeClr val="tx1"/>
              </a:solidFill>
            </a:endParaRPr>
          </a:p>
        </p:txBody>
      </p:sp>
      <p:sp>
        <p:nvSpPr>
          <p:cNvPr id="28" name="標題 1">
            <a:extLst>
              <a:ext uri="{FF2B5EF4-FFF2-40B4-BE49-F238E27FC236}">
                <a16:creationId xmlns:a16="http://schemas.microsoft.com/office/drawing/2014/main" id="{0046A9B4-497D-F373-E0E7-694D2ABF74FF}"/>
              </a:ext>
            </a:extLst>
          </p:cNvPr>
          <p:cNvSpPr txBox="1"/>
          <p:nvPr/>
        </p:nvSpPr>
        <p:spPr>
          <a:xfrm>
            <a:off x="250945" y="201251"/>
            <a:ext cx="10565101" cy="443470"/>
          </a:xfrm>
          <a:prstGeom prst="rect">
            <a:avLst/>
          </a:prstGeom>
          <a:ln w="12700">
            <a:miter lim="400000"/>
          </a:ln>
        </p:spPr>
        <p:txBody>
          <a:bodyPr lIns="46800" tIns="45718" rIns="45718" bIns="45718" anchor="ctr">
            <a:noAutofit/>
          </a:bodyPr>
          <a:lstStyle>
            <a:lvl1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9pPr>
          </a:lstStyle>
          <a:p>
            <a:pPr>
              <a:lnSpc>
                <a:spcPct val="100000"/>
              </a:lnSpc>
              <a:defRPr/>
            </a:pPr>
            <a:r>
              <a:rPr kumimoji="1" lang="fr-FR" altLang="zh-TW" sz="3600" b="1" smtClean="0">
                <a:solidFill>
                  <a:srgbClr val="002F75"/>
                </a:solidFill>
                <a:latin typeface="Arial Black" panose="020B0604020202020204" pitchFamily="34" charset="0"/>
                <a:cs typeface="Arial Black" panose="020B0604020202020204" pitchFamily="34" charset="0"/>
              </a:rPr>
              <a:t>Input: </a:t>
            </a:r>
            <a:r>
              <a:rPr kumimoji="1" lang="fr-FR" altLang="zh-TW" sz="3600" b="1" err="1" smtClean="0">
                <a:solidFill>
                  <a:srgbClr val="002F75"/>
                </a:solidFill>
                <a:latin typeface="Arial Black" panose="020B0604020202020204" pitchFamily="34" charset="0"/>
                <a:cs typeface="Arial Black" panose="020B0604020202020204" pitchFamily="34" charset="0"/>
              </a:rPr>
              <a:t>Manufacturing</a:t>
            </a:r>
            <a:r>
              <a:rPr kumimoji="1" lang="fr-FR" altLang="zh-TW" sz="3600" b="1" smtClean="0">
                <a:solidFill>
                  <a:srgbClr val="002F75"/>
                </a:solidFill>
                <a:latin typeface="Arial Black" panose="020B0604020202020204" pitchFamily="34" charset="0"/>
                <a:cs typeface="Arial Black" panose="020B0604020202020204" pitchFamily="34" charset="0"/>
              </a:rPr>
              <a:t> Document </a:t>
            </a:r>
            <a:r>
              <a:rPr kumimoji="1" lang="fr-FR" altLang="zh-TW" sz="3600" b="1" err="1" smtClean="0">
                <a:solidFill>
                  <a:srgbClr val="002F75"/>
                </a:solidFill>
                <a:latin typeface="Arial Black" panose="020B0604020202020204" pitchFamily="34" charset="0"/>
                <a:cs typeface="Arial Black" panose="020B0604020202020204" pitchFamily="34" charset="0"/>
              </a:rPr>
              <a:t>Process</a:t>
            </a:r>
            <a:endParaRPr kumimoji="1" lang="zh-TW" altLang="en-US" sz="3600" b="1">
              <a:solidFill>
                <a:srgbClr val="002F75"/>
              </a:solidFill>
              <a:latin typeface="Arial Black" panose="020B0604020202020204" pitchFamily="34" charset="0"/>
              <a:cs typeface="Arial Black" panose="020B0604020202020204" pitchFamily="34" charset="0"/>
            </a:endParaRPr>
          </a:p>
        </p:txBody>
      </p:sp>
      <p:sp>
        <p:nvSpPr>
          <p:cNvPr id="29" name="Down Arrow 28"/>
          <p:cNvSpPr/>
          <p:nvPr/>
        </p:nvSpPr>
        <p:spPr>
          <a:xfrm rot="16200000">
            <a:off x="5946705" y="2941474"/>
            <a:ext cx="334885" cy="421241"/>
          </a:xfrm>
          <a:prstGeom prst="downArrow">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Down Arrow 29"/>
          <p:cNvSpPr/>
          <p:nvPr/>
        </p:nvSpPr>
        <p:spPr>
          <a:xfrm rot="16200000">
            <a:off x="8002694" y="2972381"/>
            <a:ext cx="334885" cy="421241"/>
          </a:xfrm>
          <a:prstGeom prst="downArrow">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ounded Rectangle 30"/>
          <p:cNvSpPr/>
          <p:nvPr/>
        </p:nvSpPr>
        <p:spPr>
          <a:xfrm>
            <a:off x="8549706" y="2841097"/>
            <a:ext cx="1169061" cy="719056"/>
          </a:xfrm>
          <a:prstGeom prst="round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smtClean="0">
                <a:solidFill>
                  <a:schemeClr val="tx1"/>
                </a:solidFill>
              </a:rPr>
              <a:t>IE </a:t>
            </a:r>
            <a:r>
              <a:rPr lang="en-US" sz="1600" b="1">
                <a:solidFill>
                  <a:schemeClr val="tx1"/>
                </a:solidFill>
              </a:rPr>
              <a:t>C</a:t>
            </a:r>
            <a:r>
              <a:rPr lang="en-US" sz="1600" b="1" smtClean="0">
                <a:solidFill>
                  <a:schemeClr val="tx1"/>
                </a:solidFill>
              </a:rPr>
              <a:t>onfirm on System</a:t>
            </a:r>
            <a:endParaRPr lang="en-US" sz="1600" b="1">
              <a:solidFill>
                <a:schemeClr val="tx1"/>
              </a:solidFill>
            </a:endParaRPr>
          </a:p>
        </p:txBody>
      </p:sp>
      <p:sp>
        <p:nvSpPr>
          <p:cNvPr id="32" name="Rounded Rectangle 31"/>
          <p:cNvSpPr/>
          <p:nvPr/>
        </p:nvSpPr>
        <p:spPr>
          <a:xfrm>
            <a:off x="10342926" y="2847554"/>
            <a:ext cx="1280160" cy="719056"/>
          </a:xfrm>
          <a:prstGeom prst="round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smtClean="0">
                <a:solidFill>
                  <a:schemeClr val="tx1"/>
                </a:solidFill>
              </a:rPr>
              <a:t>SOP</a:t>
            </a:r>
            <a:endParaRPr lang="en-US" sz="1600" b="1">
              <a:solidFill>
                <a:schemeClr val="tx1"/>
              </a:solidFill>
            </a:endParaRPr>
          </a:p>
        </p:txBody>
      </p:sp>
      <p:sp>
        <p:nvSpPr>
          <p:cNvPr id="33" name="Down Arrow 32"/>
          <p:cNvSpPr/>
          <p:nvPr/>
        </p:nvSpPr>
        <p:spPr>
          <a:xfrm rot="16200000">
            <a:off x="9863404" y="2972380"/>
            <a:ext cx="334885" cy="421241"/>
          </a:xfrm>
          <a:prstGeom prst="downArrow">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p:cNvSpPr/>
          <p:nvPr/>
        </p:nvSpPr>
        <p:spPr>
          <a:xfrm>
            <a:off x="1675830" y="1031442"/>
            <a:ext cx="2936619" cy="389920"/>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b="1" smtClean="0">
                <a:solidFill>
                  <a:schemeClr val="tx1"/>
                </a:solidFill>
              </a:rPr>
              <a:t>Manufacturing Document</a:t>
            </a:r>
            <a:endParaRPr lang="en-US" b="1">
              <a:solidFill>
                <a:schemeClr val="tx1"/>
              </a:solidFill>
            </a:endParaRPr>
          </a:p>
        </p:txBody>
      </p:sp>
      <p:sp>
        <p:nvSpPr>
          <p:cNvPr id="27" name="Freeform 6"/>
          <p:cNvSpPr/>
          <p:nvPr/>
        </p:nvSpPr>
        <p:spPr>
          <a:xfrm>
            <a:off x="529591" y="5379415"/>
            <a:ext cx="762690" cy="583211"/>
          </a:xfrm>
          <a:custGeom>
            <a:avLst/>
            <a:gdLst/>
            <a:ahLst/>
            <a:cxnLst/>
            <a:rect l="l" t="t" r="r" b="b"/>
            <a:pathLst>
              <a:path w="1265546" h="949159">
                <a:moveTo>
                  <a:pt x="0" y="0"/>
                </a:moveTo>
                <a:lnTo>
                  <a:pt x="1265546" y="0"/>
                </a:lnTo>
                <a:lnTo>
                  <a:pt x="1265546" y="949160"/>
                </a:lnTo>
                <a:lnTo>
                  <a:pt x="0" y="949160"/>
                </a:lnTo>
                <a:lnTo>
                  <a:pt x="0" y="0"/>
                </a:lnTo>
                <a:close/>
              </a:path>
            </a:pathLst>
          </a:custGeom>
          <a:blipFill>
            <a:blip r:embed="rId2">
              <a:extLst>
                <a:ext uri="{96DAC541-7B7A-43D3-8B79-37D633B846F1}">
                  <asvg:svgBlip xmlns="" xmlns:asvg="http://schemas.microsoft.com/office/drawing/2016/SVG/main" r:embed="rId11"/>
                </a:ext>
              </a:extLst>
            </a:blip>
            <a:stretch>
              <a:fillRect/>
            </a:stretch>
          </a:blipFill>
        </p:spPr>
      </p:sp>
    </p:spTree>
    <p:extLst>
      <p:ext uri="{BB962C8B-B14F-4D97-AF65-F5344CB8AC3E}">
        <p14:creationId xmlns:p14="http://schemas.microsoft.com/office/powerpoint/2010/main" val="1262580704"/>
      </p:ext>
    </p:extLst>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16A34E-783E-B91D-7279-15D236641CC6}"/>
              </a:ext>
            </a:extLst>
          </p:cNvPr>
          <p:cNvSpPr>
            <a:spLocks noGrp="1"/>
          </p:cNvSpPr>
          <p:nvPr>
            <p:ph type="sldNum" sz="quarter" idx="4"/>
          </p:nvPr>
        </p:nvSpPr>
        <p:spPr/>
        <p:txBody>
          <a:bodyPr/>
          <a:lstStyle/>
          <a:p>
            <a:fld id="{5285558A-1915-2348-AF36-B9A83F1D0F14}" type="slidenum">
              <a:rPr lang="en-US" smtClean="0"/>
              <a:pPr/>
              <a:t>9</a:t>
            </a:fld>
            <a:endParaRPr lang="en-US"/>
          </a:p>
        </p:txBody>
      </p:sp>
      <p:sp>
        <p:nvSpPr>
          <p:cNvPr id="66" name="標題 1">
            <a:extLst>
              <a:ext uri="{FF2B5EF4-FFF2-40B4-BE49-F238E27FC236}">
                <a16:creationId xmlns:a16="http://schemas.microsoft.com/office/drawing/2014/main" id="{0046A9B4-497D-F373-E0E7-694D2ABF74FF}"/>
              </a:ext>
            </a:extLst>
          </p:cNvPr>
          <p:cNvSpPr txBox="1"/>
          <p:nvPr/>
        </p:nvSpPr>
        <p:spPr>
          <a:xfrm>
            <a:off x="250945" y="201251"/>
            <a:ext cx="8968013" cy="443470"/>
          </a:xfrm>
          <a:prstGeom prst="rect">
            <a:avLst/>
          </a:prstGeom>
          <a:ln w="12700">
            <a:miter lim="400000"/>
          </a:ln>
        </p:spPr>
        <p:txBody>
          <a:bodyPr lIns="46800" tIns="45718" rIns="45718" bIns="45718" anchor="ctr">
            <a:noAutofit/>
          </a:bodyPr>
          <a:lstStyle>
            <a:lvl1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9pPr>
          </a:lstStyle>
          <a:p>
            <a:pPr>
              <a:lnSpc>
                <a:spcPct val="100000"/>
              </a:lnSpc>
              <a:defRPr/>
            </a:pPr>
            <a:r>
              <a:rPr kumimoji="1" lang="fr-FR" altLang="zh-TW" sz="3600" b="1" smtClean="0">
                <a:solidFill>
                  <a:srgbClr val="002F75"/>
                </a:solidFill>
                <a:latin typeface="Arial Black" panose="020B0604020202020204" pitchFamily="34" charset="0"/>
                <a:cs typeface="Arial Black" panose="020B0604020202020204" pitchFamily="34" charset="0"/>
              </a:rPr>
              <a:t>Input: BOM</a:t>
            </a:r>
            <a:endParaRPr kumimoji="1" lang="zh-TW" altLang="en-US" sz="3600" b="1">
              <a:solidFill>
                <a:srgbClr val="002F75"/>
              </a:solidFill>
              <a:latin typeface="Arial Black" panose="020B0604020202020204" pitchFamily="34" charset="0"/>
              <a:cs typeface="Arial Black" panose="020B0604020202020204" pitchFamily="34" charset="0"/>
            </a:endParaRPr>
          </a:p>
        </p:txBody>
      </p:sp>
      <p:sp>
        <p:nvSpPr>
          <p:cNvPr id="4" name="Rounded Rectangle 3"/>
          <p:cNvSpPr/>
          <p:nvPr/>
        </p:nvSpPr>
        <p:spPr>
          <a:xfrm>
            <a:off x="1193032" y="1278079"/>
            <a:ext cx="2270186" cy="1471677"/>
          </a:xfrm>
          <a:prstGeom prst="round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1591523" y="1953006"/>
            <a:ext cx="1415869" cy="623905"/>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marL="285750" indent="-285750" algn="ctr">
              <a:buFont typeface="Arial" panose="020B0604020202020204" pitchFamily="34" charset="0"/>
              <a:buChar char="•"/>
            </a:pPr>
            <a:r>
              <a:rPr lang="en-US" smtClean="0"/>
              <a:t>Excel</a:t>
            </a:r>
          </a:p>
          <a:p>
            <a:pPr marL="285750" indent="-285750" algn="ctr">
              <a:buFont typeface="Arial" panose="020B0604020202020204" pitchFamily="34" charset="0"/>
              <a:buChar char="•"/>
            </a:pPr>
            <a:r>
              <a:rPr lang="en-US" smtClean="0"/>
              <a:t>CSV</a:t>
            </a:r>
          </a:p>
        </p:txBody>
      </p:sp>
      <p:sp>
        <p:nvSpPr>
          <p:cNvPr id="7" name="4-Point Star 6"/>
          <p:cNvSpPr/>
          <p:nvPr/>
        </p:nvSpPr>
        <p:spPr>
          <a:xfrm>
            <a:off x="969403" y="1086642"/>
            <a:ext cx="652347" cy="503643"/>
          </a:xfrm>
          <a:prstGeom prst="star4">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aphicFrame>
        <p:nvGraphicFramePr>
          <p:cNvPr id="3" name="Table 2"/>
          <p:cNvGraphicFramePr>
            <a:graphicFrameLocks noGrp="1"/>
          </p:cNvGraphicFramePr>
          <p:nvPr>
            <p:extLst>
              <p:ext uri="{D42A27DB-BD31-4B8C-83A1-F6EECF244321}">
                <p14:modId xmlns:p14="http://schemas.microsoft.com/office/powerpoint/2010/main" val="1070133277"/>
              </p:ext>
            </p:extLst>
          </p:nvPr>
        </p:nvGraphicFramePr>
        <p:xfrm>
          <a:off x="5182589" y="644721"/>
          <a:ext cx="6096544" cy="2797701"/>
        </p:xfrm>
        <a:graphic>
          <a:graphicData uri="http://schemas.openxmlformats.org/drawingml/2006/table">
            <a:tbl>
              <a:tblPr>
                <a:tableStyleId>{16D9F66E-5EB9-4882-86FB-DCBF35E3C3E4}</a:tableStyleId>
              </a:tblPr>
              <a:tblGrid>
                <a:gridCol w="1027090">
                  <a:extLst>
                    <a:ext uri="{9D8B030D-6E8A-4147-A177-3AD203B41FA5}">
                      <a16:colId xmlns:a16="http://schemas.microsoft.com/office/drawing/2014/main" val="2343799641"/>
                    </a:ext>
                  </a:extLst>
                </a:gridCol>
                <a:gridCol w="4392977">
                  <a:extLst>
                    <a:ext uri="{9D8B030D-6E8A-4147-A177-3AD203B41FA5}">
                      <a16:colId xmlns:a16="http://schemas.microsoft.com/office/drawing/2014/main" val="801104423"/>
                    </a:ext>
                  </a:extLst>
                </a:gridCol>
                <a:gridCol w="676477">
                  <a:extLst>
                    <a:ext uri="{9D8B030D-6E8A-4147-A177-3AD203B41FA5}">
                      <a16:colId xmlns:a16="http://schemas.microsoft.com/office/drawing/2014/main" val="2478273925"/>
                    </a:ext>
                  </a:extLst>
                </a:gridCol>
              </a:tblGrid>
              <a:tr h="353585">
                <a:tc>
                  <a:txBody>
                    <a:bodyPr/>
                    <a:lstStyle/>
                    <a:p>
                      <a:pPr algn="ctr" fontAlgn="ctr"/>
                      <a:r>
                        <a:rPr lang="en-US" sz="1400" u="none" strike="noStrike">
                          <a:effectLst/>
                        </a:rPr>
                        <a:t>Component</a:t>
                      </a:r>
                      <a:endParaRPr lang="en-US" sz="1400" b="0" i="0" u="none" strike="noStrike">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US" sz="1400" u="none" strike="noStrike">
                          <a:effectLst/>
                        </a:rPr>
                        <a:t>Description</a:t>
                      </a:r>
                      <a:endParaRPr lang="en-US" sz="1400" b="0" i="0" u="none" strike="noStrike">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US" sz="1400" u="none" strike="noStrike">
                          <a:effectLst/>
                        </a:rPr>
                        <a:t>Q'ty</a:t>
                      </a:r>
                      <a:endParaRPr lang="en-US" sz="1400" b="0" i="0" u="none" strike="noStrike">
                        <a:solidFill>
                          <a:srgbClr val="000000"/>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2826591688"/>
                  </a:ext>
                </a:extLst>
              </a:tr>
              <a:tr h="611029">
                <a:tc>
                  <a:txBody>
                    <a:bodyPr/>
                    <a:lstStyle/>
                    <a:p>
                      <a:pPr algn="ctr" fontAlgn="ctr"/>
                      <a:r>
                        <a:rPr lang="en-US" sz="1400" u="none" strike="noStrike">
                          <a:effectLst/>
                        </a:rPr>
                        <a:t>T6327882A</a:t>
                      </a:r>
                      <a:endParaRPr lang="en-US" sz="1400" b="0" i="0" u="none" strike="noStrike">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US" sz="1400" u="none" strike="noStrike">
                          <a:effectLst/>
                        </a:rPr>
                        <a:t>EU-GP TMS ANT 2.4~2.5GHz 50ohm 2 139+-3mm</a:t>
                      </a:r>
                      <a:endParaRPr lang="en-US" sz="1400" b="0" i="0" u="none" strike="noStrike">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US" sz="1400" u="none" strike="noStrike">
                          <a:effectLst/>
                        </a:rPr>
                        <a:t>1</a:t>
                      </a:r>
                      <a:endParaRPr lang="en-US" sz="1400" b="0" i="0" u="none" strike="noStrike">
                        <a:solidFill>
                          <a:srgbClr val="000000"/>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1116308734"/>
                  </a:ext>
                </a:extLst>
              </a:tr>
              <a:tr h="611029">
                <a:tc>
                  <a:txBody>
                    <a:bodyPr/>
                    <a:lstStyle/>
                    <a:p>
                      <a:pPr algn="ctr" fontAlgn="ctr"/>
                      <a:r>
                        <a:rPr lang="en-US" sz="1400" u="none" strike="noStrike">
                          <a:effectLst/>
                        </a:rPr>
                        <a:t>T6327884B</a:t>
                      </a:r>
                      <a:endParaRPr lang="en-US" sz="1400" b="0" i="0" u="none" strike="noStrike">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US" sz="1400" u="none" strike="noStrike">
                          <a:effectLst/>
                        </a:rPr>
                        <a:t>EU-GP TMS ANT 5.15~5.85GHz 50ohm 2 65+-2mm</a:t>
                      </a:r>
                      <a:endParaRPr lang="en-US" sz="1400" b="0" i="0" u="none" strike="noStrike">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US" sz="1400" u="none" strike="noStrike">
                          <a:effectLst/>
                        </a:rPr>
                        <a:t>1</a:t>
                      </a:r>
                      <a:endParaRPr lang="en-US" sz="1400" b="0" i="0" u="none" strike="noStrike">
                        <a:solidFill>
                          <a:srgbClr val="000000"/>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3693626201"/>
                  </a:ext>
                </a:extLst>
              </a:tr>
              <a:tr h="611029">
                <a:tc>
                  <a:txBody>
                    <a:bodyPr/>
                    <a:lstStyle/>
                    <a:p>
                      <a:pPr algn="ctr" fontAlgn="ctr"/>
                      <a:r>
                        <a:rPr lang="en-US" sz="1400" u="none" strike="noStrike">
                          <a:effectLst/>
                        </a:rPr>
                        <a:t>T6327883B</a:t>
                      </a:r>
                      <a:endParaRPr lang="en-US" sz="1400" b="0" i="0" u="none" strike="noStrike">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US" sz="1400" u="none" strike="noStrike">
                          <a:effectLst/>
                        </a:rPr>
                        <a:t>EU-GP TMS ANT 2.4~2.5GHz 50ohm 2 88+-2mm G</a:t>
                      </a:r>
                      <a:endParaRPr lang="en-US" sz="1400" b="0" i="0" u="none" strike="noStrike">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US" sz="1400" u="none" strike="noStrike">
                          <a:effectLst/>
                        </a:rPr>
                        <a:t>1</a:t>
                      </a:r>
                      <a:endParaRPr lang="en-US" sz="1400" b="0" i="0" u="none" strike="noStrike">
                        <a:solidFill>
                          <a:srgbClr val="000000"/>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2149305769"/>
                  </a:ext>
                </a:extLst>
              </a:tr>
              <a:tr h="611029">
                <a:tc>
                  <a:txBody>
                    <a:bodyPr/>
                    <a:lstStyle/>
                    <a:p>
                      <a:pPr algn="ctr" fontAlgn="ctr"/>
                      <a:r>
                        <a:rPr lang="en-US" sz="1400" u="none" strike="noStrike">
                          <a:effectLst/>
                        </a:rPr>
                        <a:t>T6327885C</a:t>
                      </a:r>
                      <a:endParaRPr lang="en-US" sz="1400" b="0" i="0" u="none" strike="noStrike">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US" sz="1400" u="none" strike="noStrike">
                          <a:effectLst/>
                        </a:rPr>
                        <a:t>EU-GP TMS ANT 5.15~5.85GHz 50ohm 2 67+-2mm</a:t>
                      </a:r>
                      <a:endParaRPr lang="en-US" sz="1400" b="0" i="0" u="none" strike="noStrike">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n-US" sz="1400" u="none" strike="noStrike">
                          <a:effectLst/>
                        </a:rPr>
                        <a:t>1</a:t>
                      </a:r>
                      <a:endParaRPr lang="en-US" sz="1400" b="0" i="0" u="none" strike="noStrike">
                        <a:solidFill>
                          <a:srgbClr val="000000"/>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3388777523"/>
                  </a:ext>
                </a:extLst>
              </a:tr>
            </a:tbl>
          </a:graphicData>
        </a:graphic>
      </p:graphicFrame>
      <p:sp>
        <p:nvSpPr>
          <p:cNvPr id="8" name="Isosceles Triangle 7"/>
          <p:cNvSpPr/>
          <p:nvPr/>
        </p:nvSpPr>
        <p:spPr>
          <a:xfrm rot="16200000">
            <a:off x="2782782" y="1042614"/>
            <a:ext cx="2791695" cy="1981792"/>
          </a:xfrm>
          <a:prstGeom prst="triangle">
            <a:avLst>
              <a:gd name="adj" fmla="val 49064"/>
            </a:avLst>
          </a:prstGeom>
          <a:solidFill>
            <a:schemeClr val="accent6">
              <a:lumMod val="20000"/>
              <a:lumOff val="80000"/>
            </a:schemeClr>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268640" y="4062389"/>
            <a:ext cx="5688023" cy="2032719"/>
          </a:xfrm>
          <a:prstGeom prst="round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rPr>
              <a:t>Component,Description,Q'ty </a:t>
            </a:r>
            <a:endParaRPr lang="en-US" sz="1600" smtClean="0">
              <a:solidFill>
                <a:schemeClr val="tx1"/>
              </a:solidFill>
            </a:endParaRPr>
          </a:p>
          <a:p>
            <a:r>
              <a:rPr lang="en-US" sz="1600" smtClean="0">
                <a:solidFill>
                  <a:schemeClr val="tx1"/>
                </a:solidFill>
              </a:rPr>
              <a:t>T6327882A,EU-GP </a:t>
            </a:r>
            <a:r>
              <a:rPr lang="en-US" sz="1600">
                <a:solidFill>
                  <a:schemeClr val="tx1"/>
                </a:solidFill>
              </a:rPr>
              <a:t>TMS ANT 2.4~2.5GHz 50ohm 2 139±3mm,1 </a:t>
            </a:r>
            <a:endParaRPr lang="en-US" sz="1600" smtClean="0">
              <a:solidFill>
                <a:schemeClr val="tx1"/>
              </a:solidFill>
            </a:endParaRPr>
          </a:p>
          <a:p>
            <a:r>
              <a:rPr lang="en-US" sz="1600" smtClean="0">
                <a:solidFill>
                  <a:schemeClr val="tx1"/>
                </a:solidFill>
              </a:rPr>
              <a:t>T6327884B,EU-GP </a:t>
            </a:r>
            <a:r>
              <a:rPr lang="en-US" sz="1600">
                <a:solidFill>
                  <a:schemeClr val="tx1"/>
                </a:solidFill>
              </a:rPr>
              <a:t>TMS ANT 5.15~5.85GHz 50ohm 2 65±2mm,1 </a:t>
            </a:r>
            <a:endParaRPr lang="en-US" sz="1600" smtClean="0">
              <a:solidFill>
                <a:schemeClr val="tx1"/>
              </a:solidFill>
            </a:endParaRPr>
          </a:p>
          <a:p>
            <a:r>
              <a:rPr lang="en-US" sz="1600" smtClean="0">
                <a:solidFill>
                  <a:schemeClr val="tx1"/>
                </a:solidFill>
              </a:rPr>
              <a:t>T6327883B,EU-GP </a:t>
            </a:r>
            <a:r>
              <a:rPr lang="en-US" sz="1600">
                <a:solidFill>
                  <a:schemeClr val="tx1"/>
                </a:solidFill>
              </a:rPr>
              <a:t>TMS ANT 2.4~2.5GHz 50ohm 2 88±2mm G,1 </a:t>
            </a:r>
            <a:endParaRPr lang="en-US" sz="1600" smtClean="0">
              <a:solidFill>
                <a:schemeClr val="tx1"/>
              </a:solidFill>
            </a:endParaRPr>
          </a:p>
          <a:p>
            <a:r>
              <a:rPr lang="en-US" sz="1600" smtClean="0">
                <a:solidFill>
                  <a:schemeClr val="tx1"/>
                </a:solidFill>
              </a:rPr>
              <a:t>T6327885C,EU-GP </a:t>
            </a:r>
            <a:r>
              <a:rPr lang="en-US" sz="1600">
                <a:solidFill>
                  <a:schemeClr val="tx1"/>
                </a:solidFill>
              </a:rPr>
              <a:t>TMS ANT 5.15~5.85GHz 50ohm 2 67±2mm,1</a:t>
            </a:r>
          </a:p>
        </p:txBody>
      </p:sp>
      <p:sp>
        <p:nvSpPr>
          <p:cNvPr id="11" name="Rounded Rectangle 10"/>
          <p:cNvSpPr/>
          <p:nvPr/>
        </p:nvSpPr>
        <p:spPr>
          <a:xfrm>
            <a:off x="2137291" y="4145051"/>
            <a:ext cx="1950719" cy="285767"/>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b="1" smtClean="0"/>
              <a:t>Extract Information</a:t>
            </a:r>
            <a:endParaRPr lang="en-US" sz="1400" b="1"/>
          </a:p>
        </p:txBody>
      </p:sp>
      <p:sp>
        <p:nvSpPr>
          <p:cNvPr id="9" name="Down Arrow 8"/>
          <p:cNvSpPr/>
          <p:nvPr/>
        </p:nvSpPr>
        <p:spPr>
          <a:xfrm>
            <a:off x="2225435" y="3116825"/>
            <a:ext cx="334885" cy="577269"/>
          </a:xfrm>
          <a:prstGeom prst="downArrow">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own Arrow 12"/>
          <p:cNvSpPr/>
          <p:nvPr/>
        </p:nvSpPr>
        <p:spPr>
          <a:xfrm rot="16200000">
            <a:off x="6458660" y="4900750"/>
            <a:ext cx="334885" cy="421241"/>
          </a:xfrm>
          <a:prstGeom prst="downArrow">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7269416" y="4719218"/>
            <a:ext cx="1817446" cy="719056"/>
          </a:xfrm>
          <a:prstGeom prst="round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solidFill>
                  <a:schemeClr val="tx1"/>
                </a:solidFill>
              </a:rPr>
              <a:t>IE Confirm  BOM on System</a:t>
            </a:r>
            <a:endParaRPr lang="en-US" b="1">
              <a:solidFill>
                <a:schemeClr val="tx1"/>
              </a:solidFill>
            </a:endParaRPr>
          </a:p>
        </p:txBody>
      </p:sp>
      <p:sp>
        <p:nvSpPr>
          <p:cNvPr id="17" name="Down Arrow 16"/>
          <p:cNvSpPr/>
          <p:nvPr/>
        </p:nvSpPr>
        <p:spPr>
          <a:xfrm rot="16200000">
            <a:off x="9547357" y="4907281"/>
            <a:ext cx="334885" cy="408180"/>
          </a:xfrm>
          <a:prstGeom prst="downArrow">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10228218" y="4719218"/>
            <a:ext cx="1541362" cy="719056"/>
          </a:xfrm>
          <a:prstGeom prst="round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solidFill>
                  <a:schemeClr val="tx1"/>
                </a:solidFill>
              </a:rPr>
              <a:t>SOP</a:t>
            </a:r>
            <a:endParaRPr lang="en-US" b="1">
              <a:solidFill>
                <a:schemeClr val="tx1"/>
              </a:solidFill>
            </a:endParaRPr>
          </a:p>
        </p:txBody>
      </p:sp>
      <p:sp>
        <p:nvSpPr>
          <p:cNvPr id="19" name="Rounded Rectangle 18"/>
          <p:cNvSpPr/>
          <p:nvPr/>
        </p:nvSpPr>
        <p:spPr>
          <a:xfrm>
            <a:off x="1660311" y="1398515"/>
            <a:ext cx="1304418" cy="394709"/>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b="1" smtClean="0">
                <a:solidFill>
                  <a:schemeClr val="tx1"/>
                </a:solidFill>
              </a:rPr>
              <a:t>BOM</a:t>
            </a:r>
            <a:endParaRPr lang="en-US" b="1">
              <a:solidFill>
                <a:schemeClr val="tx1"/>
              </a:solidFill>
            </a:endParaRPr>
          </a:p>
        </p:txBody>
      </p:sp>
    </p:spTree>
    <p:extLst>
      <p:ext uri="{BB962C8B-B14F-4D97-AF65-F5344CB8AC3E}">
        <p14:creationId xmlns:p14="http://schemas.microsoft.com/office/powerpoint/2010/main" val="432448090"/>
      </p:ext>
    </p:extLst>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ounded Rectangle 36"/>
          <p:cNvSpPr/>
          <p:nvPr/>
        </p:nvSpPr>
        <p:spPr>
          <a:xfrm>
            <a:off x="10318389" y="1848748"/>
            <a:ext cx="1700674" cy="1331813"/>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lowchart: Extract 13"/>
          <p:cNvSpPr/>
          <p:nvPr/>
        </p:nvSpPr>
        <p:spPr>
          <a:xfrm rot="5400000">
            <a:off x="117507" y="1617483"/>
            <a:ext cx="1773911" cy="1634078"/>
          </a:xfrm>
          <a:prstGeom prst="flowChartExtract">
            <a:avLst/>
          </a:prstGeom>
          <a:solidFill>
            <a:srgbClr val="00B050"/>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p:cNvSpPr/>
          <p:nvPr/>
        </p:nvSpPr>
        <p:spPr>
          <a:xfrm>
            <a:off x="2635510" y="644721"/>
            <a:ext cx="4223692" cy="3516453"/>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D316A34E-783E-B91D-7279-15D236641CC6}"/>
              </a:ext>
            </a:extLst>
          </p:cNvPr>
          <p:cNvSpPr>
            <a:spLocks noGrp="1"/>
          </p:cNvSpPr>
          <p:nvPr>
            <p:ph type="sldNum" sz="quarter" idx="4"/>
          </p:nvPr>
        </p:nvSpPr>
        <p:spPr/>
        <p:txBody>
          <a:bodyPr/>
          <a:lstStyle/>
          <a:p>
            <a:fld id="{5285558A-1915-2348-AF36-B9A83F1D0F14}" type="slidenum">
              <a:rPr lang="en-US" smtClean="0"/>
              <a:pPr/>
              <a:t>10</a:t>
            </a:fld>
            <a:endParaRPr lang="en-US"/>
          </a:p>
        </p:txBody>
      </p:sp>
      <p:sp>
        <p:nvSpPr>
          <p:cNvPr id="66" name="標題 1">
            <a:extLst>
              <a:ext uri="{FF2B5EF4-FFF2-40B4-BE49-F238E27FC236}">
                <a16:creationId xmlns:a16="http://schemas.microsoft.com/office/drawing/2014/main" id="{0046A9B4-497D-F373-E0E7-694D2ABF74FF}"/>
              </a:ext>
            </a:extLst>
          </p:cNvPr>
          <p:cNvSpPr txBox="1"/>
          <p:nvPr/>
        </p:nvSpPr>
        <p:spPr>
          <a:xfrm>
            <a:off x="250945" y="201251"/>
            <a:ext cx="8968013" cy="443470"/>
          </a:xfrm>
          <a:prstGeom prst="rect">
            <a:avLst/>
          </a:prstGeom>
          <a:ln w="12700">
            <a:miter lim="400000"/>
          </a:ln>
        </p:spPr>
        <p:txBody>
          <a:bodyPr lIns="46800" tIns="45718" rIns="45718" bIns="45718" anchor="ctr">
            <a:noAutofit/>
          </a:bodyPr>
          <a:lstStyle>
            <a:lvl1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9pPr>
          </a:lstStyle>
          <a:p>
            <a:pPr>
              <a:lnSpc>
                <a:spcPct val="100000"/>
              </a:lnSpc>
              <a:defRPr/>
            </a:pPr>
            <a:r>
              <a:rPr kumimoji="1" lang="fr-FR" altLang="zh-TW" sz="3600" b="1" smtClean="0">
                <a:solidFill>
                  <a:srgbClr val="002F75"/>
                </a:solidFill>
                <a:latin typeface="Arial Black" panose="020B0604020202020204" pitchFamily="34" charset="0"/>
                <a:cs typeface="Arial Black" panose="020B0604020202020204" pitchFamily="34" charset="0"/>
              </a:rPr>
              <a:t>Input: </a:t>
            </a:r>
            <a:r>
              <a:rPr kumimoji="1" lang="fr-FR" altLang="zh-TW" sz="3600" b="1" err="1" smtClean="0">
                <a:solidFill>
                  <a:srgbClr val="002F75"/>
                </a:solidFill>
                <a:latin typeface="Arial Black" panose="020B0604020202020204" pitchFamily="34" charset="0"/>
                <a:cs typeface="Arial Black" panose="020B0604020202020204" pitchFamily="34" charset="0"/>
              </a:rPr>
              <a:t>Video</a:t>
            </a:r>
            <a:r>
              <a:rPr kumimoji="1" lang="fr-FR" altLang="zh-TW" sz="3600" b="1" smtClean="0">
                <a:solidFill>
                  <a:srgbClr val="002F75"/>
                </a:solidFill>
                <a:latin typeface="Arial Black" panose="020B0604020202020204" pitchFamily="34" charset="0"/>
                <a:cs typeface="Arial Black" panose="020B0604020202020204" pitchFamily="34" charset="0"/>
              </a:rPr>
              <a:t> </a:t>
            </a:r>
            <a:endParaRPr kumimoji="1" lang="zh-TW" altLang="en-US" sz="3600" b="1">
              <a:solidFill>
                <a:srgbClr val="002F75"/>
              </a:solidFill>
              <a:latin typeface="Arial Black" panose="020B0604020202020204" pitchFamily="34" charset="0"/>
              <a:cs typeface="Arial Black" panose="020B0604020202020204" pitchFamily="34" charset="0"/>
            </a:endParaRPr>
          </a:p>
        </p:txBody>
      </p:sp>
      <p:pic>
        <p:nvPicPr>
          <p:cNvPr id="5" name="Picture 4"/>
          <p:cNvPicPr>
            <a:picLocks noChangeAspect="1"/>
          </p:cNvPicPr>
          <p:nvPr/>
        </p:nvPicPr>
        <p:blipFill rotWithShape="1">
          <a:blip r:embed="rId2" cstate="print">
            <a:extLst>
              <a:ext uri="{28A0092B-C50C-407E-A947-70E740481C1C}">
                <a14:useLocalDpi xmlns:a14="http://schemas.microsoft.com/office/drawing/2010/main" val="0"/>
              </a:ext>
            </a:extLst>
          </a:blip>
          <a:srcRect l="18990" t="17273" r="10303" b="13333"/>
          <a:stretch/>
        </p:blipFill>
        <p:spPr>
          <a:xfrm rot="5400000">
            <a:off x="3092747" y="624118"/>
            <a:ext cx="1306443" cy="1764461"/>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13334" y="853127"/>
            <a:ext cx="1673916" cy="1306443"/>
          </a:xfrm>
          <a:prstGeom prst="rect">
            <a:avLst/>
          </a:prstGeom>
        </p:spPr>
      </p:pic>
      <p:pic>
        <p:nvPicPr>
          <p:cNvPr id="13" name="Pictur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65812" y="2450026"/>
            <a:ext cx="1693916" cy="1318979"/>
          </a:xfrm>
          <a:prstGeom prst="rect">
            <a:avLst/>
          </a:prstGeom>
        </p:spPr>
      </p:pic>
      <p:sp>
        <p:nvSpPr>
          <p:cNvPr id="16" name="Freeform 8"/>
          <p:cNvSpPr/>
          <p:nvPr/>
        </p:nvSpPr>
        <p:spPr>
          <a:xfrm>
            <a:off x="366755" y="2081292"/>
            <a:ext cx="772075" cy="788061"/>
          </a:xfrm>
          <a:custGeom>
            <a:avLst/>
            <a:gdLst/>
            <a:ahLst/>
            <a:cxnLst/>
            <a:rect l="l" t="t" r="r" b="b"/>
            <a:pathLst>
              <a:path w="598479" h="588006">
                <a:moveTo>
                  <a:pt x="0" y="0"/>
                </a:moveTo>
                <a:lnTo>
                  <a:pt x="598479" y="0"/>
                </a:lnTo>
                <a:lnTo>
                  <a:pt x="598479" y="588006"/>
                </a:lnTo>
                <a:lnTo>
                  <a:pt x="0" y="588006"/>
                </a:lnTo>
                <a:lnTo>
                  <a:pt x="0" y="0"/>
                </a:lnTo>
                <a:close/>
              </a:path>
            </a:pathLst>
          </a:custGeom>
          <a:blipFill>
            <a:blip r:embed="rId5">
              <a:extLst>
                <a:ext uri="{96DAC541-7B7A-43D3-8B79-37D633B846F1}">
                  <asvg:svgBlip xmlns:asvg="http://schemas.microsoft.com/office/drawing/2016/SVG/main" xmlns="" r:embed="rId12"/>
                </a:ext>
              </a:extLst>
            </a:blip>
            <a:stretch>
              <a:fillRect/>
            </a:stretch>
          </a:blipFill>
          <a:ln cap="sq">
            <a:noFill/>
            <a:prstDash val="solid"/>
            <a:miter/>
          </a:ln>
        </p:spPr>
      </p:sp>
      <p:sp>
        <p:nvSpPr>
          <p:cNvPr id="17" name="Rectangle 16"/>
          <p:cNvSpPr/>
          <p:nvPr/>
        </p:nvSpPr>
        <p:spPr>
          <a:xfrm>
            <a:off x="144435" y="3440903"/>
            <a:ext cx="1448838" cy="707886"/>
          </a:xfrm>
          <a:prstGeom prst="rect">
            <a:avLst/>
          </a:prstGeom>
          <a:noFill/>
        </p:spPr>
        <p:txBody>
          <a:bodyPr wrap="square" lIns="91440" tIns="45720" rIns="91440" bIns="45720">
            <a:spAutoFit/>
          </a:bodyPr>
          <a:lstStyle/>
          <a:p>
            <a:pPr algn="ctr"/>
            <a:r>
              <a:rPr lang="en-US" sz="2000" b="1" cap="none" spc="0" smtClean="0">
                <a:ln w="0"/>
                <a:solidFill>
                  <a:schemeClr val="tx1"/>
                </a:solidFill>
              </a:rPr>
              <a:t>Step 1: </a:t>
            </a:r>
          </a:p>
          <a:p>
            <a:pPr algn="ctr"/>
            <a:r>
              <a:rPr lang="en-US" sz="2000" b="1" cap="none" spc="0" smtClean="0">
                <a:ln w="0"/>
                <a:solidFill>
                  <a:schemeClr val="tx1"/>
                </a:solidFill>
              </a:rPr>
              <a:t>Raw Video</a:t>
            </a:r>
            <a:endParaRPr lang="en-US" sz="2000" b="1" cap="none" spc="0">
              <a:ln w="0"/>
              <a:solidFill>
                <a:schemeClr val="tx1"/>
              </a:solidFill>
            </a:endParaRPr>
          </a:p>
        </p:txBody>
      </p:sp>
      <p:sp>
        <p:nvSpPr>
          <p:cNvPr id="19" name="Rectangle 18"/>
          <p:cNvSpPr/>
          <p:nvPr/>
        </p:nvSpPr>
        <p:spPr>
          <a:xfrm>
            <a:off x="2919243" y="4169037"/>
            <a:ext cx="3631416" cy="707886"/>
          </a:xfrm>
          <a:prstGeom prst="rect">
            <a:avLst/>
          </a:prstGeom>
          <a:noFill/>
        </p:spPr>
        <p:txBody>
          <a:bodyPr wrap="square" lIns="91440" tIns="45720" rIns="91440" bIns="45720">
            <a:spAutoFit/>
          </a:bodyPr>
          <a:lstStyle/>
          <a:p>
            <a:pPr algn="ctr"/>
            <a:r>
              <a:rPr lang="en-US" sz="2000" b="1" cap="none" spc="0" smtClean="0">
                <a:ln w="0"/>
                <a:solidFill>
                  <a:schemeClr val="tx1"/>
                </a:solidFill>
              </a:rPr>
              <a:t>Step 2: </a:t>
            </a:r>
            <a:r>
              <a:rPr lang="en-US" sz="2000" b="1"/>
              <a:t>Automatically cut video and label operations</a:t>
            </a:r>
            <a:endParaRPr lang="en-US" sz="2000" b="1" cap="none" spc="0">
              <a:ln w="0"/>
              <a:solidFill>
                <a:schemeClr val="tx1"/>
              </a:solidFill>
            </a:endParaRPr>
          </a:p>
        </p:txBody>
      </p:sp>
      <p:sp>
        <p:nvSpPr>
          <p:cNvPr id="18" name="Rounded Rectangle 17"/>
          <p:cNvSpPr/>
          <p:nvPr/>
        </p:nvSpPr>
        <p:spPr>
          <a:xfrm>
            <a:off x="7760624" y="1784119"/>
            <a:ext cx="1778661" cy="1331813"/>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2765529" y="2102865"/>
            <a:ext cx="1989842" cy="400110"/>
          </a:xfrm>
          <a:prstGeom prst="rect">
            <a:avLst/>
          </a:prstGeom>
          <a:noFill/>
        </p:spPr>
        <p:txBody>
          <a:bodyPr wrap="square" lIns="91440" tIns="45720" rIns="91440" bIns="45720">
            <a:spAutoFit/>
          </a:bodyPr>
          <a:lstStyle/>
          <a:p>
            <a:pPr algn="ctr"/>
            <a:r>
              <a:rPr lang="en-US" sz="2000" b="0" cap="none" spc="0" smtClean="0">
                <a:ln w="0"/>
                <a:solidFill>
                  <a:schemeClr val="tx1"/>
                </a:solidFill>
                <a:effectLst>
                  <a:outerShdw blurRad="38100" dist="19050" dir="2700000" algn="tl" rotWithShape="0">
                    <a:schemeClr val="dk1">
                      <a:alpha val="40000"/>
                    </a:schemeClr>
                  </a:outerShdw>
                </a:effectLst>
              </a:rPr>
              <a:t>00:00-00:07</a:t>
            </a:r>
            <a:endParaRPr lang="en-US" sz="2000" b="0" cap="none" spc="0">
              <a:ln w="0"/>
              <a:solidFill>
                <a:schemeClr val="tx1"/>
              </a:solidFill>
              <a:effectLst>
                <a:outerShdw blurRad="38100" dist="19050" dir="2700000" algn="tl" rotWithShape="0">
                  <a:schemeClr val="dk1">
                    <a:alpha val="40000"/>
                  </a:schemeClr>
                </a:outerShdw>
              </a:effectLst>
            </a:endParaRPr>
          </a:p>
        </p:txBody>
      </p:sp>
      <p:sp>
        <p:nvSpPr>
          <p:cNvPr id="23" name="Rectangle 22"/>
          <p:cNvSpPr/>
          <p:nvPr/>
        </p:nvSpPr>
        <p:spPr>
          <a:xfrm>
            <a:off x="4798580" y="2102865"/>
            <a:ext cx="1989842" cy="400110"/>
          </a:xfrm>
          <a:prstGeom prst="rect">
            <a:avLst/>
          </a:prstGeom>
          <a:noFill/>
        </p:spPr>
        <p:txBody>
          <a:bodyPr wrap="square" lIns="91440" tIns="45720" rIns="91440" bIns="45720">
            <a:spAutoFit/>
          </a:bodyPr>
          <a:lstStyle/>
          <a:p>
            <a:pPr algn="ctr"/>
            <a:r>
              <a:rPr lang="en-US" sz="2000" b="0" cap="none" spc="0" smtClean="0">
                <a:ln w="0"/>
                <a:solidFill>
                  <a:schemeClr val="tx1"/>
                </a:solidFill>
                <a:effectLst>
                  <a:outerShdw blurRad="38100" dist="19050" dir="2700000" algn="tl" rotWithShape="0">
                    <a:schemeClr val="dk1">
                      <a:alpha val="40000"/>
                    </a:schemeClr>
                  </a:outerShdw>
                </a:effectLst>
              </a:rPr>
              <a:t>00:07-00:15</a:t>
            </a:r>
            <a:endParaRPr lang="en-US" sz="2000" b="0" cap="none" spc="0">
              <a:ln w="0"/>
              <a:solidFill>
                <a:schemeClr val="tx1"/>
              </a:solidFill>
              <a:effectLst>
                <a:outerShdw blurRad="38100" dist="19050" dir="2700000" algn="tl" rotWithShape="0">
                  <a:schemeClr val="dk1">
                    <a:alpha val="40000"/>
                  </a:schemeClr>
                </a:outerShdw>
              </a:effectLst>
            </a:endParaRPr>
          </a:p>
        </p:txBody>
      </p:sp>
      <p:sp>
        <p:nvSpPr>
          <p:cNvPr id="24" name="Rectangle 23"/>
          <p:cNvSpPr/>
          <p:nvPr/>
        </p:nvSpPr>
        <p:spPr>
          <a:xfrm>
            <a:off x="3803659" y="3761064"/>
            <a:ext cx="1989842" cy="400110"/>
          </a:xfrm>
          <a:prstGeom prst="rect">
            <a:avLst/>
          </a:prstGeom>
          <a:noFill/>
        </p:spPr>
        <p:txBody>
          <a:bodyPr wrap="square" lIns="91440" tIns="45720" rIns="91440" bIns="45720">
            <a:spAutoFit/>
          </a:bodyPr>
          <a:lstStyle/>
          <a:p>
            <a:pPr algn="ctr"/>
            <a:r>
              <a:rPr lang="en-US" sz="2000" b="0" cap="none" spc="0" smtClean="0">
                <a:ln w="0"/>
                <a:solidFill>
                  <a:schemeClr val="tx1"/>
                </a:solidFill>
                <a:effectLst>
                  <a:outerShdw blurRad="38100" dist="19050" dir="2700000" algn="tl" rotWithShape="0">
                    <a:schemeClr val="dk1">
                      <a:alpha val="40000"/>
                    </a:schemeClr>
                  </a:outerShdw>
                </a:effectLst>
              </a:rPr>
              <a:t>00:15-00:20</a:t>
            </a:r>
            <a:endParaRPr lang="en-US" sz="2000" b="0" cap="none" spc="0">
              <a:ln w="0"/>
              <a:solidFill>
                <a:schemeClr val="tx1"/>
              </a:solidFill>
              <a:effectLst>
                <a:outerShdw blurRad="38100" dist="19050" dir="2700000" algn="tl" rotWithShape="0">
                  <a:schemeClr val="dk1">
                    <a:alpha val="40000"/>
                  </a:schemeClr>
                </a:outerShdw>
              </a:effectLst>
            </a:endParaRPr>
          </a:p>
        </p:txBody>
      </p:sp>
      <p:sp>
        <p:nvSpPr>
          <p:cNvPr id="25" name="Rectangle 24"/>
          <p:cNvSpPr/>
          <p:nvPr/>
        </p:nvSpPr>
        <p:spPr>
          <a:xfrm>
            <a:off x="7518578" y="3423674"/>
            <a:ext cx="2412732" cy="1015663"/>
          </a:xfrm>
          <a:prstGeom prst="rect">
            <a:avLst/>
          </a:prstGeom>
          <a:noFill/>
        </p:spPr>
        <p:txBody>
          <a:bodyPr wrap="square" lIns="91440" tIns="45720" rIns="91440" bIns="45720">
            <a:spAutoFit/>
          </a:bodyPr>
          <a:lstStyle/>
          <a:p>
            <a:pPr algn="ctr"/>
            <a:r>
              <a:rPr lang="en-US" sz="2000" b="1">
                <a:ln w="0"/>
              </a:rPr>
              <a:t>Step 3: IE </a:t>
            </a:r>
            <a:r>
              <a:rPr lang="en-US" sz="2000" b="1" smtClean="0">
                <a:ln w="0"/>
              </a:rPr>
              <a:t>select </a:t>
            </a:r>
            <a:r>
              <a:rPr lang="en-US" sz="2000" b="1">
                <a:ln w="0"/>
              </a:rPr>
              <a:t>operations on the system</a:t>
            </a:r>
            <a:endParaRPr lang="en-US" sz="2000" b="1" cap="none" spc="0">
              <a:ln w="0"/>
              <a:solidFill>
                <a:schemeClr val="tx1"/>
              </a:solidFill>
            </a:endParaRPr>
          </a:p>
        </p:txBody>
      </p:sp>
      <p:sp>
        <p:nvSpPr>
          <p:cNvPr id="26" name="Rectangle 25"/>
          <p:cNvSpPr/>
          <p:nvPr/>
        </p:nvSpPr>
        <p:spPr>
          <a:xfrm>
            <a:off x="10418379" y="3458673"/>
            <a:ext cx="1403967" cy="400110"/>
          </a:xfrm>
          <a:prstGeom prst="rect">
            <a:avLst/>
          </a:prstGeom>
          <a:noFill/>
        </p:spPr>
        <p:txBody>
          <a:bodyPr wrap="square" lIns="91440" tIns="45720" rIns="91440" bIns="45720">
            <a:spAutoFit/>
          </a:bodyPr>
          <a:lstStyle/>
          <a:p>
            <a:pPr algn="ctr"/>
            <a:r>
              <a:rPr lang="en-US" sz="2000" b="1" cap="none" spc="0" smtClean="0">
                <a:ln w="0"/>
                <a:solidFill>
                  <a:schemeClr val="tx1"/>
                </a:solidFill>
              </a:rPr>
              <a:t>Step 4: SOP</a:t>
            </a:r>
            <a:endParaRPr lang="en-US" sz="2000" b="1" cap="none" spc="0">
              <a:ln w="0"/>
              <a:solidFill>
                <a:schemeClr val="tx1"/>
              </a:solidFill>
            </a:endParaRPr>
          </a:p>
        </p:txBody>
      </p:sp>
      <p:sp>
        <p:nvSpPr>
          <p:cNvPr id="35" name="Freeform 10"/>
          <p:cNvSpPr/>
          <p:nvPr/>
        </p:nvSpPr>
        <p:spPr>
          <a:xfrm>
            <a:off x="8174128" y="2018653"/>
            <a:ext cx="960562" cy="868383"/>
          </a:xfrm>
          <a:custGeom>
            <a:avLst/>
            <a:gdLst/>
            <a:ahLst/>
            <a:cxnLst/>
            <a:rect l="l" t="t" r="r" b="b"/>
            <a:pathLst>
              <a:path w="580864" h="580864">
                <a:moveTo>
                  <a:pt x="0" y="0"/>
                </a:moveTo>
                <a:lnTo>
                  <a:pt x="580864" y="0"/>
                </a:lnTo>
                <a:lnTo>
                  <a:pt x="580864" y="580864"/>
                </a:lnTo>
                <a:lnTo>
                  <a:pt x="0" y="580864"/>
                </a:lnTo>
                <a:lnTo>
                  <a:pt x="0" y="0"/>
                </a:lnTo>
                <a:close/>
              </a:path>
            </a:pathLst>
          </a:custGeom>
          <a:blipFill>
            <a:blip r:embed="rId13">
              <a:extLst>
                <a:ext uri="{96DAC541-7B7A-43D3-8B79-37D633B846F1}">
                  <asvg:svgBlip xmlns:asvg="http://schemas.microsoft.com/office/drawing/2016/SVG/main" xmlns="" r:embed="rId16"/>
                </a:ext>
              </a:extLst>
            </a:blip>
            <a:stretch>
              <a:fillRect/>
            </a:stretch>
          </a:blipFill>
          <a:ln cap="sq">
            <a:noFill/>
            <a:prstDash val="solid"/>
            <a:miter/>
          </a:ln>
        </p:spPr>
      </p:sp>
      <p:sp>
        <p:nvSpPr>
          <p:cNvPr id="36" name="Freeform 56"/>
          <p:cNvSpPr/>
          <p:nvPr/>
        </p:nvSpPr>
        <p:spPr>
          <a:xfrm>
            <a:off x="10804115" y="2080462"/>
            <a:ext cx="859456" cy="868383"/>
          </a:xfrm>
          <a:custGeom>
            <a:avLst/>
            <a:gdLst/>
            <a:ahLst/>
            <a:cxnLst/>
            <a:rect l="l" t="t" r="r" b="b"/>
            <a:pathLst>
              <a:path w="749776" h="703852">
                <a:moveTo>
                  <a:pt x="0" y="0"/>
                </a:moveTo>
                <a:lnTo>
                  <a:pt x="749776" y="0"/>
                </a:lnTo>
                <a:lnTo>
                  <a:pt x="749776" y="703852"/>
                </a:lnTo>
                <a:lnTo>
                  <a:pt x="0" y="703852"/>
                </a:lnTo>
                <a:lnTo>
                  <a:pt x="0" y="0"/>
                </a:lnTo>
                <a:close/>
              </a:path>
            </a:pathLst>
          </a:custGeom>
          <a:blipFill>
            <a:blip r:embed="rId17">
              <a:extLst>
                <a:ext uri="{96DAC541-7B7A-43D3-8B79-37D633B846F1}">
                  <asvg:svgBlip xmlns:asvg="http://schemas.microsoft.com/office/drawing/2016/SVG/main" xmlns="" r:embed="rId18"/>
                </a:ext>
              </a:extLst>
            </a:blip>
            <a:stretch>
              <a:fillRect/>
            </a:stretch>
          </a:blipFill>
        </p:spPr>
      </p:sp>
      <p:sp>
        <p:nvSpPr>
          <p:cNvPr id="20" name="Right Arrow 19"/>
          <p:cNvSpPr/>
          <p:nvPr/>
        </p:nvSpPr>
        <p:spPr>
          <a:xfrm>
            <a:off x="2000131" y="2247223"/>
            <a:ext cx="409048" cy="375803"/>
          </a:xfrm>
          <a:prstGeom prst="rightArrow">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ight Arrow 38"/>
          <p:cNvSpPr/>
          <p:nvPr/>
        </p:nvSpPr>
        <p:spPr>
          <a:xfrm>
            <a:off x="7115254" y="2287239"/>
            <a:ext cx="409048" cy="375803"/>
          </a:xfrm>
          <a:prstGeom prst="rightArrow">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ight Arrow 39"/>
          <p:cNvSpPr/>
          <p:nvPr/>
        </p:nvSpPr>
        <p:spPr>
          <a:xfrm>
            <a:off x="9754611" y="2287239"/>
            <a:ext cx="409048" cy="375803"/>
          </a:xfrm>
          <a:prstGeom prst="rightArrow">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p:cNvSpPr/>
          <p:nvPr/>
        </p:nvSpPr>
        <p:spPr>
          <a:xfrm>
            <a:off x="144435" y="4886855"/>
            <a:ext cx="3787234" cy="1536940"/>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ounded Rectangle 26"/>
          <p:cNvSpPr/>
          <p:nvPr/>
        </p:nvSpPr>
        <p:spPr>
          <a:xfrm>
            <a:off x="4209626" y="4876923"/>
            <a:ext cx="3787234" cy="1536940"/>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p:cNvSpPr/>
          <p:nvPr/>
        </p:nvSpPr>
        <p:spPr>
          <a:xfrm>
            <a:off x="8231829" y="4886855"/>
            <a:ext cx="3787234" cy="1536940"/>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561416" y="4926044"/>
            <a:ext cx="2877429" cy="400110"/>
          </a:xfrm>
          <a:prstGeom prst="rect">
            <a:avLst/>
          </a:prstGeom>
          <a:noFill/>
        </p:spPr>
        <p:txBody>
          <a:bodyPr wrap="square" lIns="91440" tIns="45720" rIns="91440" bIns="45720">
            <a:spAutoFit/>
          </a:bodyPr>
          <a:lstStyle/>
          <a:p>
            <a:pPr algn="ctr"/>
            <a:r>
              <a:rPr lang="en-US" sz="2000" b="1" cap="none" spc="0" smtClean="0">
                <a:ln w="0"/>
                <a:solidFill>
                  <a:schemeClr val="tx1"/>
                </a:solidFill>
              </a:rPr>
              <a:t>Stage 1: Manual</a:t>
            </a:r>
            <a:endParaRPr lang="en-US" sz="2000" b="1" cap="none" spc="0">
              <a:ln w="0"/>
              <a:solidFill>
                <a:schemeClr val="tx1"/>
              </a:solidFill>
            </a:endParaRPr>
          </a:p>
        </p:txBody>
      </p:sp>
      <p:sp>
        <p:nvSpPr>
          <p:cNvPr id="30" name="Rectangle 29"/>
          <p:cNvSpPr/>
          <p:nvPr/>
        </p:nvSpPr>
        <p:spPr>
          <a:xfrm>
            <a:off x="4442349" y="4926044"/>
            <a:ext cx="2877429" cy="400110"/>
          </a:xfrm>
          <a:prstGeom prst="rect">
            <a:avLst/>
          </a:prstGeom>
          <a:noFill/>
        </p:spPr>
        <p:txBody>
          <a:bodyPr wrap="square" lIns="91440" tIns="45720" rIns="91440" bIns="45720">
            <a:spAutoFit/>
          </a:bodyPr>
          <a:lstStyle/>
          <a:p>
            <a:pPr algn="ctr"/>
            <a:r>
              <a:rPr lang="en-US" sz="2000" b="1" cap="none" spc="0" smtClean="0">
                <a:ln w="0"/>
                <a:solidFill>
                  <a:schemeClr val="tx1"/>
                </a:solidFill>
              </a:rPr>
              <a:t>Stage </a:t>
            </a:r>
            <a:r>
              <a:rPr lang="en-US" sz="2000" b="1" smtClean="0">
                <a:ln w="0"/>
              </a:rPr>
              <a:t>2</a:t>
            </a:r>
            <a:r>
              <a:rPr lang="en-US" sz="2000" b="1" cap="none" spc="0" smtClean="0">
                <a:ln w="0"/>
                <a:solidFill>
                  <a:schemeClr val="tx1"/>
                </a:solidFill>
              </a:rPr>
              <a:t>: DATA</a:t>
            </a:r>
            <a:endParaRPr lang="en-US" sz="2000" b="1" cap="none" spc="0">
              <a:ln w="0"/>
              <a:solidFill>
                <a:schemeClr val="tx1"/>
              </a:solidFill>
            </a:endParaRPr>
          </a:p>
        </p:txBody>
      </p:sp>
      <p:sp>
        <p:nvSpPr>
          <p:cNvPr id="31" name="Rectangle 30"/>
          <p:cNvSpPr/>
          <p:nvPr/>
        </p:nvSpPr>
        <p:spPr>
          <a:xfrm>
            <a:off x="8724944" y="4926044"/>
            <a:ext cx="2877429" cy="400110"/>
          </a:xfrm>
          <a:prstGeom prst="rect">
            <a:avLst/>
          </a:prstGeom>
          <a:noFill/>
        </p:spPr>
        <p:txBody>
          <a:bodyPr wrap="square" lIns="91440" tIns="45720" rIns="91440" bIns="45720">
            <a:spAutoFit/>
          </a:bodyPr>
          <a:lstStyle/>
          <a:p>
            <a:pPr algn="ctr"/>
            <a:r>
              <a:rPr lang="en-US" sz="2000" b="1" cap="none" spc="0" smtClean="0">
                <a:ln w="0"/>
                <a:solidFill>
                  <a:schemeClr val="tx1"/>
                </a:solidFill>
              </a:rPr>
              <a:t>Stage 3: AI suggestion</a:t>
            </a:r>
            <a:endParaRPr lang="en-US" sz="2000" b="1" cap="none" spc="0">
              <a:ln w="0"/>
              <a:solidFill>
                <a:schemeClr val="tx1"/>
              </a:solidFill>
            </a:endParaRPr>
          </a:p>
        </p:txBody>
      </p:sp>
      <p:sp>
        <p:nvSpPr>
          <p:cNvPr id="32" name="Rectangle 31"/>
          <p:cNvSpPr/>
          <p:nvPr/>
        </p:nvSpPr>
        <p:spPr>
          <a:xfrm>
            <a:off x="278245" y="5459827"/>
            <a:ext cx="3525414" cy="646331"/>
          </a:xfrm>
          <a:prstGeom prst="rect">
            <a:avLst/>
          </a:prstGeom>
          <a:noFill/>
        </p:spPr>
        <p:txBody>
          <a:bodyPr wrap="square" lIns="91440" tIns="45720" rIns="91440" bIns="45720">
            <a:spAutoFit/>
          </a:bodyPr>
          <a:lstStyle/>
          <a:p>
            <a:pPr marL="342900" indent="-342900">
              <a:buFont typeface="Arial" panose="020B0604020202020204" pitchFamily="34" charset="0"/>
              <a:buChar char="•"/>
            </a:pPr>
            <a:r>
              <a:rPr lang="en-US" b="1" smtClean="0">
                <a:ln w="0"/>
              </a:rPr>
              <a:t>IE select for each small step.</a:t>
            </a:r>
          </a:p>
          <a:p>
            <a:pPr marL="342900" indent="-342900">
              <a:buFont typeface="Arial" panose="020B0604020202020204" pitchFamily="34" charset="0"/>
              <a:buChar char="•"/>
            </a:pPr>
            <a:r>
              <a:rPr lang="en-US" b="1" cap="none" spc="0" smtClean="0">
                <a:ln w="0"/>
                <a:solidFill>
                  <a:schemeClr val="tx1"/>
                </a:solidFill>
              </a:rPr>
              <a:t>Add operation frame.</a:t>
            </a:r>
            <a:endParaRPr lang="en-US" b="1" cap="none" spc="0">
              <a:ln w="0"/>
              <a:solidFill>
                <a:schemeClr val="tx1"/>
              </a:solidFill>
            </a:endParaRPr>
          </a:p>
        </p:txBody>
      </p:sp>
      <p:sp>
        <p:nvSpPr>
          <p:cNvPr id="33" name="Rectangle 32"/>
          <p:cNvSpPr/>
          <p:nvPr/>
        </p:nvSpPr>
        <p:spPr>
          <a:xfrm>
            <a:off x="4463973" y="5293007"/>
            <a:ext cx="3314221" cy="923330"/>
          </a:xfrm>
          <a:prstGeom prst="rect">
            <a:avLst/>
          </a:prstGeom>
          <a:noFill/>
        </p:spPr>
        <p:txBody>
          <a:bodyPr wrap="square" lIns="91440" tIns="45720" rIns="91440" bIns="45720">
            <a:spAutoFit/>
          </a:bodyPr>
          <a:lstStyle/>
          <a:p>
            <a:pPr marL="342900" indent="-342900">
              <a:buFont typeface="Arial" panose="020B0604020202020204" pitchFamily="34" charset="0"/>
              <a:buChar char="•"/>
            </a:pPr>
            <a:r>
              <a:rPr lang="en-US" b="1" smtClean="0">
                <a:ln w="0"/>
              </a:rPr>
              <a:t>System save video, frame, operation label by the IE.</a:t>
            </a:r>
          </a:p>
          <a:p>
            <a:pPr marL="342900" indent="-342900">
              <a:buFont typeface="Arial" panose="020B0604020202020204" pitchFamily="34" charset="0"/>
              <a:buChar char="•"/>
            </a:pPr>
            <a:r>
              <a:rPr lang="en-US" b="1" smtClean="0">
                <a:ln w="0"/>
              </a:rPr>
              <a:t>DATA for training.</a:t>
            </a:r>
          </a:p>
        </p:txBody>
      </p:sp>
      <p:sp>
        <p:nvSpPr>
          <p:cNvPr id="34" name="Rectangle 33"/>
          <p:cNvSpPr/>
          <p:nvPr/>
        </p:nvSpPr>
        <p:spPr>
          <a:xfrm>
            <a:off x="8308105" y="5404374"/>
            <a:ext cx="4020568" cy="646331"/>
          </a:xfrm>
          <a:prstGeom prst="rect">
            <a:avLst/>
          </a:prstGeom>
          <a:noFill/>
        </p:spPr>
        <p:txBody>
          <a:bodyPr wrap="square" lIns="91440" tIns="45720" rIns="91440" bIns="45720">
            <a:spAutoFit/>
          </a:bodyPr>
          <a:lstStyle/>
          <a:p>
            <a:pPr marL="342900" indent="-342900">
              <a:buFont typeface="Arial" panose="020B0604020202020204" pitchFamily="34" charset="0"/>
              <a:buChar char="•"/>
            </a:pPr>
            <a:r>
              <a:rPr lang="en-US" b="1">
                <a:ln w="0"/>
              </a:rPr>
              <a:t>Suggest frames for the </a:t>
            </a:r>
            <a:r>
              <a:rPr lang="en-US" b="1" smtClean="0">
                <a:ln w="0"/>
              </a:rPr>
              <a:t>operation.</a:t>
            </a:r>
            <a:endParaRPr lang="en-US" b="1">
              <a:ln w="0"/>
            </a:endParaRPr>
          </a:p>
          <a:p>
            <a:pPr marL="342900" indent="-342900">
              <a:buFont typeface="Arial" panose="020B0604020202020204" pitchFamily="34" charset="0"/>
              <a:buChar char="•"/>
            </a:pPr>
            <a:r>
              <a:rPr lang="en-US" b="1" smtClean="0">
                <a:ln w="0"/>
              </a:rPr>
              <a:t>Propose</a:t>
            </a:r>
            <a:r>
              <a:rPr lang="en-US" b="1" cap="none" spc="0" smtClean="0">
                <a:ln w="0"/>
                <a:solidFill>
                  <a:schemeClr val="tx1"/>
                </a:solidFill>
              </a:rPr>
              <a:t> 2-3 frames.</a:t>
            </a:r>
            <a:endParaRPr lang="en-US" b="1" cap="none" spc="0">
              <a:ln w="0"/>
              <a:solidFill>
                <a:schemeClr val="tx1"/>
              </a:solidFill>
            </a:endParaRPr>
          </a:p>
        </p:txBody>
      </p:sp>
    </p:spTree>
    <p:extLst>
      <p:ext uri="{BB962C8B-B14F-4D97-AF65-F5344CB8AC3E}">
        <p14:creationId xmlns:p14="http://schemas.microsoft.com/office/powerpoint/2010/main" val="3897234742"/>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16A34E-783E-B91D-7279-15D236641CC6}"/>
              </a:ext>
            </a:extLst>
          </p:cNvPr>
          <p:cNvSpPr>
            <a:spLocks noGrp="1"/>
          </p:cNvSpPr>
          <p:nvPr>
            <p:ph type="sldNum" sz="quarter" idx="4"/>
          </p:nvPr>
        </p:nvSpPr>
        <p:spPr>
          <a:xfrm>
            <a:off x="11167918" y="5594385"/>
            <a:ext cx="461682" cy="219262"/>
          </a:xfrm>
          <a:ln>
            <a:noFill/>
          </a:ln>
        </p:spPr>
        <p:txBody>
          <a:bodyPr/>
          <a:lstStyle/>
          <a:p>
            <a:fld id="{5285558A-1915-2348-AF36-B9A83F1D0F14}" type="slidenum">
              <a:rPr lang="en-US" smtClean="0"/>
              <a:pPr/>
              <a:t>11</a:t>
            </a:fld>
            <a:endParaRPr lang="en-US"/>
          </a:p>
        </p:txBody>
      </p:sp>
      <p:sp>
        <p:nvSpPr>
          <p:cNvPr id="66" name="標題 1">
            <a:extLst>
              <a:ext uri="{FF2B5EF4-FFF2-40B4-BE49-F238E27FC236}">
                <a16:creationId xmlns:a16="http://schemas.microsoft.com/office/drawing/2014/main" id="{0046A9B4-497D-F373-E0E7-694D2ABF74FF}"/>
              </a:ext>
            </a:extLst>
          </p:cNvPr>
          <p:cNvSpPr txBox="1"/>
          <p:nvPr/>
        </p:nvSpPr>
        <p:spPr>
          <a:xfrm>
            <a:off x="250945" y="201251"/>
            <a:ext cx="8968013" cy="443470"/>
          </a:xfrm>
          <a:prstGeom prst="rect">
            <a:avLst/>
          </a:prstGeom>
          <a:ln w="12700">
            <a:noFill/>
            <a:miter lim="400000"/>
          </a:ln>
        </p:spPr>
        <p:txBody>
          <a:bodyPr lIns="46800" tIns="45718" rIns="45718" bIns="45718" anchor="ctr">
            <a:noAutofit/>
          </a:bodyPr>
          <a:lstStyle>
            <a:lvl1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9pPr>
          </a:lstStyle>
          <a:p>
            <a:pPr>
              <a:lnSpc>
                <a:spcPct val="100000"/>
              </a:lnSpc>
              <a:defRPr/>
            </a:pPr>
            <a:r>
              <a:rPr kumimoji="1" lang="fr-FR" altLang="zh-TW" sz="3600" b="1" smtClean="0">
                <a:solidFill>
                  <a:srgbClr val="002F75"/>
                </a:solidFill>
                <a:latin typeface="Arial Black" panose="020B0604020202020204" pitchFamily="34" charset="0"/>
                <a:cs typeface="Arial Black" panose="020B0604020202020204" pitchFamily="34" charset="0"/>
              </a:rPr>
              <a:t>System</a:t>
            </a:r>
            <a:endParaRPr kumimoji="1" lang="zh-TW" altLang="en-US" sz="3600" b="1">
              <a:solidFill>
                <a:srgbClr val="002F75"/>
              </a:solidFill>
              <a:latin typeface="Arial Black" panose="020B0604020202020204" pitchFamily="34" charset="0"/>
              <a:cs typeface="Arial Black" panose="020B0604020202020204" pitchFamily="34" charset="0"/>
            </a:endParaRPr>
          </a:p>
        </p:txBody>
      </p:sp>
      <p:sp>
        <p:nvSpPr>
          <p:cNvPr id="6" name="Rectangle 5"/>
          <p:cNvSpPr/>
          <p:nvPr/>
        </p:nvSpPr>
        <p:spPr>
          <a:xfrm>
            <a:off x="335289" y="875213"/>
            <a:ext cx="11547565" cy="5482615"/>
          </a:xfrm>
          <a:prstGeom prst="rect">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355057" y="2499299"/>
            <a:ext cx="2873830" cy="365760"/>
          </a:xfrm>
          <a:prstGeom prst="rect">
            <a:avLst/>
          </a:pr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smtClean="0"/>
              <a:t>Công Đoạn</a:t>
            </a:r>
            <a:endParaRPr lang="en-US" sz="1600"/>
          </a:p>
        </p:txBody>
      </p:sp>
      <p:sp>
        <p:nvSpPr>
          <p:cNvPr id="17" name="Rectangle 16"/>
          <p:cNvSpPr/>
          <p:nvPr/>
        </p:nvSpPr>
        <p:spPr>
          <a:xfrm>
            <a:off x="355420" y="2887070"/>
            <a:ext cx="2873830" cy="416083"/>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mtClean="0"/>
              <a:t>Lắp ANT  </a:t>
            </a:r>
            <a:endParaRPr lang="en-US"/>
          </a:p>
        </p:txBody>
      </p:sp>
      <p:sp>
        <p:nvSpPr>
          <p:cNvPr id="27" name="Rectangle 26"/>
          <p:cNvSpPr/>
          <p:nvPr/>
        </p:nvSpPr>
        <p:spPr>
          <a:xfrm>
            <a:off x="8989574" y="1740207"/>
            <a:ext cx="2891177" cy="365760"/>
          </a:xfrm>
          <a:prstGeom prst="rect">
            <a:avLst/>
          </a:pr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smtClean="0"/>
              <a:t>Video Thao Tác</a:t>
            </a:r>
            <a:endParaRPr lang="en-US" sz="1600"/>
          </a:p>
        </p:txBody>
      </p:sp>
      <p:sp>
        <p:nvSpPr>
          <p:cNvPr id="28" name="Rectangle 27"/>
          <p:cNvSpPr/>
          <p:nvPr/>
        </p:nvSpPr>
        <p:spPr>
          <a:xfrm>
            <a:off x="8976457" y="2119602"/>
            <a:ext cx="2908477" cy="818845"/>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8980049" y="2963303"/>
            <a:ext cx="2899416" cy="365760"/>
          </a:xfrm>
          <a:prstGeom prst="rect">
            <a:avLst/>
          </a:pr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smtClean="0"/>
              <a:t>Gắn Nhãn Chi Tiết</a:t>
            </a:r>
            <a:endParaRPr lang="en-US" sz="1600"/>
          </a:p>
        </p:txBody>
      </p:sp>
      <p:sp>
        <p:nvSpPr>
          <p:cNvPr id="30" name="Rectangle 29"/>
          <p:cNvSpPr/>
          <p:nvPr/>
        </p:nvSpPr>
        <p:spPr>
          <a:xfrm>
            <a:off x="8982532" y="3707084"/>
            <a:ext cx="2891968" cy="484445"/>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sz="1600" smtClean="0"/>
              <a:t>Chọn Frame:  </a:t>
            </a:r>
          </a:p>
          <a:p>
            <a:r>
              <a:rPr lang="en-US" sz="1600" smtClean="0"/>
              <a:t>Step1:…</a:t>
            </a:r>
            <a:endParaRPr lang="en-US" sz="1600"/>
          </a:p>
        </p:txBody>
      </p:sp>
      <p:sp>
        <p:nvSpPr>
          <p:cNvPr id="31" name="Rectangle 30"/>
          <p:cNvSpPr/>
          <p:nvPr/>
        </p:nvSpPr>
        <p:spPr>
          <a:xfrm>
            <a:off x="355010" y="4623137"/>
            <a:ext cx="2870373" cy="365760"/>
          </a:xfrm>
          <a:prstGeom prst="rect">
            <a:avLst/>
          </a:pr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smtClean="0"/>
              <a:t>BOM</a:t>
            </a:r>
            <a:endParaRPr lang="en-US" sz="1600"/>
          </a:p>
        </p:txBody>
      </p:sp>
      <p:graphicFrame>
        <p:nvGraphicFramePr>
          <p:cNvPr id="21" name="Table 20"/>
          <p:cNvGraphicFramePr>
            <a:graphicFrameLocks noGrp="1"/>
          </p:cNvGraphicFramePr>
          <p:nvPr>
            <p:extLst>
              <p:ext uri="{D42A27DB-BD31-4B8C-83A1-F6EECF244321}">
                <p14:modId xmlns:p14="http://schemas.microsoft.com/office/powerpoint/2010/main" val="2807079046"/>
              </p:ext>
            </p:extLst>
          </p:nvPr>
        </p:nvGraphicFramePr>
        <p:xfrm>
          <a:off x="358216" y="5019850"/>
          <a:ext cx="2869482" cy="942588"/>
        </p:xfrm>
        <a:graphic>
          <a:graphicData uri="http://schemas.openxmlformats.org/drawingml/2006/table">
            <a:tbl>
              <a:tblPr firstRow="1" bandRow="1">
                <a:tableStyleId>{5C22544A-7EE6-4342-B048-85BDC9FD1C3A}</a:tableStyleId>
              </a:tblPr>
              <a:tblGrid>
                <a:gridCol w="956494">
                  <a:extLst>
                    <a:ext uri="{9D8B030D-6E8A-4147-A177-3AD203B41FA5}">
                      <a16:colId xmlns:a16="http://schemas.microsoft.com/office/drawing/2014/main" val="1077835715"/>
                    </a:ext>
                  </a:extLst>
                </a:gridCol>
                <a:gridCol w="1180296">
                  <a:extLst>
                    <a:ext uri="{9D8B030D-6E8A-4147-A177-3AD203B41FA5}">
                      <a16:colId xmlns:a16="http://schemas.microsoft.com/office/drawing/2014/main" val="3701870185"/>
                    </a:ext>
                  </a:extLst>
                </a:gridCol>
                <a:gridCol w="732692">
                  <a:extLst>
                    <a:ext uri="{9D8B030D-6E8A-4147-A177-3AD203B41FA5}">
                      <a16:colId xmlns:a16="http://schemas.microsoft.com/office/drawing/2014/main" val="1340670303"/>
                    </a:ext>
                  </a:extLst>
                </a:gridCol>
              </a:tblGrid>
              <a:tr h="471294">
                <a:tc>
                  <a:txBody>
                    <a:bodyPr/>
                    <a:lstStyle/>
                    <a:p>
                      <a:pPr algn="ctr"/>
                      <a:r>
                        <a:rPr lang="en-US" sz="1100" smtClean="0"/>
                        <a:t>Component</a:t>
                      </a:r>
                      <a:endParaRPr lang="en-US" sz="1100"/>
                    </a:p>
                  </a:txBody>
                  <a:tcPr anchor="ctr"/>
                </a:tc>
                <a:tc>
                  <a:txBody>
                    <a:bodyPr/>
                    <a:lstStyle/>
                    <a:p>
                      <a:pPr algn="ctr"/>
                      <a:r>
                        <a:rPr lang="en-US" sz="1100" smtClean="0"/>
                        <a:t>Discription</a:t>
                      </a:r>
                      <a:endParaRPr lang="en-US" sz="1100"/>
                    </a:p>
                  </a:txBody>
                  <a:tcPr anchor="ctr"/>
                </a:tc>
                <a:tc>
                  <a:txBody>
                    <a:bodyPr/>
                    <a:lstStyle/>
                    <a:p>
                      <a:pPr algn="ctr"/>
                      <a:r>
                        <a:rPr lang="en-US" sz="1100" smtClean="0"/>
                        <a:t>Q’ty</a:t>
                      </a:r>
                      <a:endParaRPr lang="en-US" sz="1100"/>
                    </a:p>
                  </a:txBody>
                  <a:tcPr anchor="ctr"/>
                </a:tc>
                <a:extLst>
                  <a:ext uri="{0D108BD9-81ED-4DB2-BD59-A6C34878D82A}">
                    <a16:rowId xmlns:a16="http://schemas.microsoft.com/office/drawing/2014/main" val="1665940904"/>
                  </a:ext>
                </a:extLst>
              </a:tr>
              <a:tr h="471294">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36515872"/>
                  </a:ext>
                </a:extLst>
              </a:tr>
            </a:tbl>
          </a:graphicData>
        </a:graphic>
      </p:graphicFrame>
      <p:sp>
        <p:nvSpPr>
          <p:cNvPr id="32" name="Rectangle 31"/>
          <p:cNvSpPr/>
          <p:nvPr/>
        </p:nvSpPr>
        <p:spPr>
          <a:xfrm>
            <a:off x="3241950" y="1738150"/>
            <a:ext cx="5721532" cy="4224289"/>
          </a:xfrm>
          <a:prstGeom prst="rect">
            <a:avLst/>
          </a:prstGeom>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4669869" y="1772137"/>
            <a:ext cx="2873830" cy="365760"/>
          </a:xfrm>
          <a:prstGeom prst="rect">
            <a:avLst/>
          </a:pr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smtClean="0"/>
              <a:t>Xem trước SOP</a:t>
            </a:r>
            <a:endParaRPr lang="en-US" sz="1600"/>
          </a:p>
        </p:txBody>
      </p:sp>
      <p:sp>
        <p:nvSpPr>
          <p:cNvPr id="35" name="Rectangle 34"/>
          <p:cNvSpPr/>
          <p:nvPr/>
        </p:nvSpPr>
        <p:spPr>
          <a:xfrm>
            <a:off x="3235788" y="2170919"/>
            <a:ext cx="1169120" cy="365760"/>
          </a:xfrm>
          <a:prstGeom prst="rect">
            <a:avLst/>
          </a:prstGeom>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200" smtClean="0"/>
              <a:t>Product</a:t>
            </a:r>
            <a:endParaRPr lang="en-US" sz="1200"/>
          </a:p>
        </p:txBody>
      </p:sp>
      <p:sp>
        <p:nvSpPr>
          <p:cNvPr id="36" name="Rectangle 35"/>
          <p:cNvSpPr/>
          <p:nvPr/>
        </p:nvSpPr>
        <p:spPr>
          <a:xfrm>
            <a:off x="4405484" y="2170919"/>
            <a:ext cx="1169120" cy="365760"/>
          </a:xfrm>
          <a:prstGeom prst="rect">
            <a:avLst/>
          </a:prstGeom>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200" smtClean="0"/>
              <a:t>Process</a:t>
            </a:r>
            <a:endParaRPr lang="en-US" sz="1200"/>
          </a:p>
        </p:txBody>
      </p:sp>
      <p:sp>
        <p:nvSpPr>
          <p:cNvPr id="37" name="Rectangle 36"/>
          <p:cNvSpPr/>
          <p:nvPr/>
        </p:nvSpPr>
        <p:spPr>
          <a:xfrm>
            <a:off x="5575180" y="2170919"/>
            <a:ext cx="1038524" cy="365760"/>
          </a:xfrm>
          <a:prstGeom prst="rect">
            <a:avLst/>
          </a:prstGeom>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200" smtClean="0"/>
              <a:t>Component</a:t>
            </a:r>
            <a:endParaRPr lang="en-US" sz="1200"/>
          </a:p>
        </p:txBody>
      </p:sp>
      <p:sp>
        <p:nvSpPr>
          <p:cNvPr id="38" name="Rectangle 37"/>
          <p:cNvSpPr/>
          <p:nvPr/>
        </p:nvSpPr>
        <p:spPr>
          <a:xfrm>
            <a:off x="6614280" y="2170919"/>
            <a:ext cx="1169120" cy="365760"/>
          </a:xfrm>
          <a:prstGeom prst="rect">
            <a:avLst/>
          </a:prstGeom>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200" smtClean="0"/>
              <a:t>Discription</a:t>
            </a:r>
            <a:endParaRPr lang="en-US" sz="1200"/>
          </a:p>
        </p:txBody>
      </p:sp>
      <p:sp>
        <p:nvSpPr>
          <p:cNvPr id="39" name="Rectangle 38"/>
          <p:cNvSpPr/>
          <p:nvPr/>
        </p:nvSpPr>
        <p:spPr>
          <a:xfrm>
            <a:off x="7783976" y="2170919"/>
            <a:ext cx="480061" cy="365760"/>
          </a:xfrm>
          <a:prstGeom prst="rect">
            <a:avLst/>
          </a:prstGeom>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200" smtClean="0"/>
              <a:t>Q’ty</a:t>
            </a:r>
            <a:endParaRPr lang="en-US" sz="1200"/>
          </a:p>
        </p:txBody>
      </p:sp>
      <p:sp>
        <p:nvSpPr>
          <p:cNvPr id="40" name="Rectangle 39"/>
          <p:cNvSpPr/>
          <p:nvPr/>
        </p:nvSpPr>
        <p:spPr>
          <a:xfrm>
            <a:off x="8264614" y="2170919"/>
            <a:ext cx="695600" cy="365760"/>
          </a:xfrm>
          <a:prstGeom prst="rect">
            <a:avLst/>
          </a:prstGeom>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200" smtClean="0"/>
              <a:t>Remark</a:t>
            </a:r>
            <a:endParaRPr lang="en-US" sz="1200"/>
          </a:p>
        </p:txBody>
      </p:sp>
      <p:sp>
        <p:nvSpPr>
          <p:cNvPr id="42" name="Rectangle 41"/>
          <p:cNvSpPr/>
          <p:nvPr/>
        </p:nvSpPr>
        <p:spPr>
          <a:xfrm>
            <a:off x="3248295" y="3665169"/>
            <a:ext cx="5715187" cy="228774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Picture 42"/>
          <p:cNvPicPr>
            <a:picLocks noChangeAspect="1"/>
          </p:cNvPicPr>
          <p:nvPr/>
        </p:nvPicPr>
        <p:blipFill rotWithShape="1">
          <a:blip r:embed="rId3" cstate="print">
            <a:extLst>
              <a:ext uri="{28A0092B-C50C-407E-A947-70E740481C1C}">
                <a14:useLocalDpi xmlns:a14="http://schemas.microsoft.com/office/drawing/2010/main" val="0"/>
              </a:ext>
            </a:extLst>
          </a:blip>
          <a:srcRect l="18990" t="17273" r="10303" b="13333"/>
          <a:stretch/>
        </p:blipFill>
        <p:spPr>
          <a:xfrm rot="5400000">
            <a:off x="3534803" y="3642580"/>
            <a:ext cx="918132" cy="1280939"/>
          </a:xfrm>
          <a:prstGeom prst="rect">
            <a:avLst/>
          </a:prstGeom>
          <a:ln>
            <a:noFill/>
          </a:ln>
        </p:spPr>
      </p:pic>
      <p:pic>
        <p:nvPicPr>
          <p:cNvPr id="44" name="Picture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48003" y="3793129"/>
            <a:ext cx="1240889" cy="948987"/>
          </a:xfrm>
          <a:prstGeom prst="rect">
            <a:avLst/>
          </a:prstGeom>
          <a:ln>
            <a:noFill/>
          </a:ln>
        </p:spPr>
      </p:pic>
      <p:pic>
        <p:nvPicPr>
          <p:cNvPr id="45" name="Picture 4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02558" y="3804322"/>
            <a:ext cx="1204374" cy="937794"/>
          </a:xfrm>
          <a:prstGeom prst="rect">
            <a:avLst/>
          </a:prstGeom>
          <a:ln>
            <a:noFill/>
          </a:ln>
        </p:spPr>
      </p:pic>
      <p:sp>
        <p:nvSpPr>
          <p:cNvPr id="41" name="Rectangle 40"/>
          <p:cNvSpPr/>
          <p:nvPr/>
        </p:nvSpPr>
        <p:spPr>
          <a:xfrm>
            <a:off x="3311608" y="4864403"/>
            <a:ext cx="772647" cy="307777"/>
          </a:xfrm>
          <a:prstGeom prst="rect">
            <a:avLst/>
          </a:prstGeom>
          <a:noFill/>
          <a:ln>
            <a:noFill/>
          </a:ln>
        </p:spPr>
        <p:txBody>
          <a:bodyPr wrap="none" lIns="91440" tIns="45720" rIns="91440" bIns="45720">
            <a:spAutoFit/>
          </a:bodyPr>
          <a:lstStyle/>
          <a:p>
            <a:pPr algn="ctr"/>
            <a:r>
              <a:rPr lang="en-US" sz="1400" b="0" cap="none" spc="0" smtClean="0">
                <a:ln w="0"/>
                <a:solidFill>
                  <a:schemeClr val="tx1"/>
                </a:solidFill>
                <a:effectLst>
                  <a:outerShdw blurRad="38100" dist="19050" dir="2700000" algn="tl" rotWithShape="0">
                    <a:schemeClr val="dk1">
                      <a:alpha val="40000"/>
                    </a:schemeClr>
                  </a:outerShdw>
                </a:effectLst>
              </a:rPr>
              <a:t>Step1:…</a:t>
            </a:r>
            <a:endParaRPr lang="en-US" sz="1400" b="0" cap="none" spc="0">
              <a:ln w="0"/>
              <a:solidFill>
                <a:schemeClr val="tx1"/>
              </a:solidFill>
              <a:effectLst>
                <a:outerShdw blurRad="38100" dist="19050" dir="2700000" algn="tl" rotWithShape="0">
                  <a:schemeClr val="dk1">
                    <a:alpha val="40000"/>
                  </a:schemeClr>
                </a:outerShdw>
              </a:effectLst>
            </a:endParaRPr>
          </a:p>
        </p:txBody>
      </p:sp>
      <p:sp>
        <p:nvSpPr>
          <p:cNvPr id="47" name="Rectangle 46"/>
          <p:cNvSpPr/>
          <p:nvPr/>
        </p:nvSpPr>
        <p:spPr>
          <a:xfrm>
            <a:off x="5411815" y="4864403"/>
            <a:ext cx="772647" cy="307777"/>
          </a:xfrm>
          <a:prstGeom prst="rect">
            <a:avLst/>
          </a:prstGeom>
          <a:noFill/>
          <a:ln>
            <a:noFill/>
          </a:ln>
        </p:spPr>
        <p:txBody>
          <a:bodyPr wrap="none" lIns="91440" tIns="45720" rIns="91440" bIns="45720">
            <a:spAutoFit/>
          </a:bodyPr>
          <a:lstStyle/>
          <a:p>
            <a:pPr algn="ctr"/>
            <a:r>
              <a:rPr lang="en-US" sz="1400" b="0" cap="none" spc="0" smtClean="0">
                <a:ln w="0"/>
                <a:solidFill>
                  <a:schemeClr val="tx1"/>
                </a:solidFill>
                <a:effectLst>
                  <a:outerShdw blurRad="38100" dist="19050" dir="2700000" algn="tl" rotWithShape="0">
                    <a:schemeClr val="dk1">
                      <a:alpha val="40000"/>
                    </a:schemeClr>
                  </a:outerShdw>
                </a:effectLst>
              </a:rPr>
              <a:t>Step2:…</a:t>
            </a:r>
            <a:endParaRPr lang="en-US" sz="1400" b="0" cap="none" spc="0">
              <a:ln w="0"/>
              <a:solidFill>
                <a:schemeClr val="tx1"/>
              </a:solidFill>
              <a:effectLst>
                <a:outerShdw blurRad="38100" dist="19050" dir="2700000" algn="tl" rotWithShape="0">
                  <a:schemeClr val="dk1">
                    <a:alpha val="40000"/>
                  </a:schemeClr>
                </a:outerShdw>
              </a:effectLst>
            </a:endParaRPr>
          </a:p>
        </p:txBody>
      </p:sp>
      <p:sp>
        <p:nvSpPr>
          <p:cNvPr id="48" name="Rectangle 47"/>
          <p:cNvSpPr/>
          <p:nvPr/>
        </p:nvSpPr>
        <p:spPr>
          <a:xfrm>
            <a:off x="7485411" y="4864403"/>
            <a:ext cx="772647" cy="307777"/>
          </a:xfrm>
          <a:prstGeom prst="rect">
            <a:avLst/>
          </a:prstGeom>
          <a:noFill/>
          <a:ln>
            <a:noFill/>
          </a:ln>
        </p:spPr>
        <p:txBody>
          <a:bodyPr wrap="none" lIns="91440" tIns="45720" rIns="91440" bIns="45720">
            <a:spAutoFit/>
          </a:bodyPr>
          <a:lstStyle/>
          <a:p>
            <a:pPr algn="ctr"/>
            <a:r>
              <a:rPr lang="en-US" sz="1400" b="0" cap="none" spc="0" smtClean="0">
                <a:ln w="0"/>
                <a:solidFill>
                  <a:schemeClr val="tx1"/>
                </a:solidFill>
                <a:effectLst>
                  <a:outerShdw blurRad="38100" dist="19050" dir="2700000" algn="tl" rotWithShape="0">
                    <a:schemeClr val="dk1">
                      <a:alpha val="40000"/>
                    </a:schemeClr>
                  </a:outerShdw>
                </a:effectLst>
              </a:rPr>
              <a:t>Step3:…</a:t>
            </a:r>
            <a:endParaRPr lang="en-US" sz="1400" b="0" cap="none" spc="0">
              <a:ln w="0"/>
              <a:solidFill>
                <a:schemeClr val="tx1"/>
              </a:solidFill>
              <a:effectLst>
                <a:outerShdw blurRad="38100" dist="19050" dir="2700000" algn="tl" rotWithShape="0">
                  <a:schemeClr val="dk1">
                    <a:alpha val="40000"/>
                  </a:schemeClr>
                </a:outerShdw>
              </a:effectLst>
            </a:endParaRPr>
          </a:p>
        </p:txBody>
      </p:sp>
      <p:sp>
        <p:nvSpPr>
          <p:cNvPr id="49" name="Rectangle 48"/>
          <p:cNvSpPr/>
          <p:nvPr/>
        </p:nvSpPr>
        <p:spPr>
          <a:xfrm>
            <a:off x="8982532" y="4554256"/>
            <a:ext cx="2889176" cy="55146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sz="1600" smtClean="0"/>
              <a:t>Chọn Frame :</a:t>
            </a:r>
          </a:p>
          <a:p>
            <a:r>
              <a:rPr lang="en-US" sz="1600" smtClean="0"/>
              <a:t>Step2:…</a:t>
            </a:r>
            <a:endParaRPr lang="en-US" sz="1600"/>
          </a:p>
        </p:txBody>
      </p:sp>
      <p:sp>
        <p:nvSpPr>
          <p:cNvPr id="51" name="Rectangle 50"/>
          <p:cNvSpPr/>
          <p:nvPr/>
        </p:nvSpPr>
        <p:spPr>
          <a:xfrm>
            <a:off x="348352" y="1738150"/>
            <a:ext cx="2873830" cy="365760"/>
          </a:xfrm>
          <a:prstGeom prst="rect">
            <a:avLst/>
          </a:pr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smtClean="0"/>
              <a:t>Tên Sản Phẩm</a:t>
            </a:r>
            <a:endParaRPr lang="en-US" sz="1600"/>
          </a:p>
        </p:txBody>
      </p:sp>
      <p:sp>
        <p:nvSpPr>
          <p:cNvPr id="52" name="Rectangle 51"/>
          <p:cNvSpPr/>
          <p:nvPr/>
        </p:nvSpPr>
        <p:spPr>
          <a:xfrm>
            <a:off x="368016" y="2111770"/>
            <a:ext cx="2854166" cy="37255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smtClean="0"/>
              <a:t>U46L477.00</a:t>
            </a:r>
            <a:endParaRPr lang="en-US" sz="1600"/>
          </a:p>
        </p:txBody>
      </p:sp>
      <p:sp>
        <p:nvSpPr>
          <p:cNvPr id="55" name="Rectangle 54"/>
          <p:cNvSpPr/>
          <p:nvPr/>
        </p:nvSpPr>
        <p:spPr>
          <a:xfrm>
            <a:off x="5460222" y="2543723"/>
            <a:ext cx="1202806" cy="112007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p:cNvSpPr/>
          <p:nvPr/>
        </p:nvSpPr>
        <p:spPr>
          <a:xfrm>
            <a:off x="6619361" y="2543723"/>
            <a:ext cx="1165264" cy="112007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7782972" y="2543723"/>
            <a:ext cx="486877" cy="112007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p:cNvSpPr/>
          <p:nvPr/>
        </p:nvSpPr>
        <p:spPr>
          <a:xfrm>
            <a:off x="8268268" y="2543723"/>
            <a:ext cx="698846" cy="112007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p:cNvSpPr/>
          <p:nvPr/>
        </p:nvSpPr>
        <p:spPr>
          <a:xfrm>
            <a:off x="7465081" y="5623302"/>
            <a:ext cx="1007808" cy="306322"/>
          </a:xfrm>
          <a:prstGeom prst="rect">
            <a:avLst/>
          </a:prstGeom>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200" smtClean="0"/>
              <a:t>Standard</a:t>
            </a:r>
            <a:endParaRPr lang="en-US" sz="1200"/>
          </a:p>
        </p:txBody>
      </p:sp>
      <p:sp>
        <p:nvSpPr>
          <p:cNvPr id="60" name="Rectangle 59"/>
          <p:cNvSpPr/>
          <p:nvPr/>
        </p:nvSpPr>
        <p:spPr>
          <a:xfrm>
            <a:off x="8478875" y="5623302"/>
            <a:ext cx="480061" cy="306797"/>
          </a:xfrm>
          <a:prstGeom prst="rect">
            <a:avLst/>
          </a:prstGeom>
          <a:ln>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1200"/>
          </a:p>
        </p:txBody>
      </p:sp>
      <p:graphicFrame>
        <p:nvGraphicFramePr>
          <p:cNvPr id="3" name="Table 2"/>
          <p:cNvGraphicFramePr>
            <a:graphicFrameLocks noGrp="1"/>
          </p:cNvGraphicFramePr>
          <p:nvPr>
            <p:extLst>
              <p:ext uri="{D42A27DB-BD31-4B8C-83A1-F6EECF244321}">
                <p14:modId xmlns:p14="http://schemas.microsoft.com/office/powerpoint/2010/main" val="2085478812"/>
              </p:ext>
            </p:extLst>
          </p:nvPr>
        </p:nvGraphicFramePr>
        <p:xfrm>
          <a:off x="348351" y="1347172"/>
          <a:ext cx="11536136" cy="370840"/>
        </p:xfrm>
        <a:graphic>
          <a:graphicData uri="http://schemas.openxmlformats.org/drawingml/2006/table">
            <a:tbl>
              <a:tblPr firstRow="1" bandRow="1">
                <a:tableStyleId>{93296810-A885-4BE3-A3E7-6D5BEEA58F35}</a:tableStyleId>
              </a:tblPr>
              <a:tblGrid>
                <a:gridCol w="2884034">
                  <a:extLst>
                    <a:ext uri="{9D8B030D-6E8A-4147-A177-3AD203B41FA5}">
                      <a16:colId xmlns:a16="http://schemas.microsoft.com/office/drawing/2014/main" val="1910827843"/>
                    </a:ext>
                  </a:extLst>
                </a:gridCol>
                <a:gridCol w="2884034">
                  <a:extLst>
                    <a:ext uri="{9D8B030D-6E8A-4147-A177-3AD203B41FA5}">
                      <a16:colId xmlns:a16="http://schemas.microsoft.com/office/drawing/2014/main" val="583250686"/>
                    </a:ext>
                  </a:extLst>
                </a:gridCol>
                <a:gridCol w="2884034">
                  <a:extLst>
                    <a:ext uri="{9D8B030D-6E8A-4147-A177-3AD203B41FA5}">
                      <a16:colId xmlns:a16="http://schemas.microsoft.com/office/drawing/2014/main" val="623272224"/>
                    </a:ext>
                  </a:extLst>
                </a:gridCol>
                <a:gridCol w="2884034">
                  <a:extLst>
                    <a:ext uri="{9D8B030D-6E8A-4147-A177-3AD203B41FA5}">
                      <a16:colId xmlns:a16="http://schemas.microsoft.com/office/drawing/2014/main" val="1721259259"/>
                    </a:ext>
                  </a:extLst>
                </a:gridCol>
              </a:tblGrid>
              <a:tr h="370840">
                <a:tc>
                  <a:txBody>
                    <a:bodyPr/>
                    <a:lstStyle/>
                    <a:p>
                      <a:pPr algn="ctr"/>
                      <a:r>
                        <a:rPr lang="en-US" smtClean="0"/>
                        <a:t>Input</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mtClean="0"/>
                        <a:t>Văn</a:t>
                      </a:r>
                      <a:r>
                        <a:rPr lang="en-US" baseline="0" smtClean="0"/>
                        <a:t> Kiện</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mtClean="0"/>
                        <a:t>BOM</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mtClean="0"/>
                        <a:t>VIDEO</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9065257"/>
                  </a:ext>
                </a:extLst>
              </a:tr>
            </a:tbl>
          </a:graphicData>
        </a:graphic>
      </p:graphicFrame>
      <p:sp>
        <p:nvSpPr>
          <p:cNvPr id="20" name="Rectangle 19"/>
          <p:cNvSpPr/>
          <p:nvPr/>
        </p:nvSpPr>
        <p:spPr>
          <a:xfrm>
            <a:off x="8982532" y="3351198"/>
            <a:ext cx="2889254" cy="32921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sz="1600" smtClean="0"/>
              <a:t>Clip 01: 00:00-00:07 </a:t>
            </a:r>
            <a:endParaRPr lang="en-US" sz="1600"/>
          </a:p>
        </p:txBody>
      </p:sp>
      <p:sp>
        <p:nvSpPr>
          <p:cNvPr id="22" name="Rectangle 21"/>
          <p:cNvSpPr/>
          <p:nvPr/>
        </p:nvSpPr>
        <p:spPr>
          <a:xfrm>
            <a:off x="8982532" y="4218204"/>
            <a:ext cx="2885034" cy="30937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sz="1600" smtClean="0"/>
              <a:t>Clip 02: 00:07-00:15 </a:t>
            </a:r>
            <a:endParaRPr lang="en-US" sz="1600"/>
          </a:p>
        </p:txBody>
      </p:sp>
      <p:sp>
        <p:nvSpPr>
          <p:cNvPr id="25" name="Rectangle 24"/>
          <p:cNvSpPr/>
          <p:nvPr/>
        </p:nvSpPr>
        <p:spPr>
          <a:xfrm>
            <a:off x="8982532" y="5132398"/>
            <a:ext cx="2891968" cy="29604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sz="1600" smtClean="0"/>
              <a:t>Clip 03: 00:15-00:20 </a:t>
            </a:r>
            <a:endParaRPr lang="en-US" sz="1600"/>
          </a:p>
        </p:txBody>
      </p:sp>
      <p:sp>
        <p:nvSpPr>
          <p:cNvPr id="53" name="Rectangle 52"/>
          <p:cNvSpPr/>
          <p:nvPr/>
        </p:nvSpPr>
        <p:spPr>
          <a:xfrm>
            <a:off x="347989" y="3326370"/>
            <a:ext cx="2882883" cy="40374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sz="1600" smtClean="0"/>
              <a:t>Step1:…</a:t>
            </a:r>
            <a:endParaRPr lang="en-US" sz="1600"/>
          </a:p>
        </p:txBody>
      </p:sp>
      <p:sp>
        <p:nvSpPr>
          <p:cNvPr id="61" name="Rectangle 60"/>
          <p:cNvSpPr/>
          <p:nvPr/>
        </p:nvSpPr>
        <p:spPr>
          <a:xfrm>
            <a:off x="358355" y="3765188"/>
            <a:ext cx="2870895" cy="40374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sz="1600" smtClean="0"/>
              <a:t>Step2:…</a:t>
            </a:r>
            <a:endParaRPr lang="en-US" sz="1600"/>
          </a:p>
        </p:txBody>
      </p:sp>
      <p:sp>
        <p:nvSpPr>
          <p:cNvPr id="62" name="Rectangle 61"/>
          <p:cNvSpPr/>
          <p:nvPr/>
        </p:nvSpPr>
        <p:spPr>
          <a:xfrm>
            <a:off x="354005" y="4189732"/>
            <a:ext cx="2874775" cy="40374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sz="1600" smtClean="0"/>
              <a:t>Step3:…</a:t>
            </a:r>
            <a:endParaRPr lang="en-US" sz="1600"/>
          </a:p>
        </p:txBody>
      </p:sp>
      <p:sp>
        <p:nvSpPr>
          <p:cNvPr id="63" name="Rectangle 62"/>
          <p:cNvSpPr/>
          <p:nvPr/>
        </p:nvSpPr>
        <p:spPr>
          <a:xfrm>
            <a:off x="8982532" y="5455121"/>
            <a:ext cx="2878062" cy="50731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sz="1600" smtClean="0"/>
              <a:t>Chọn Frame: </a:t>
            </a:r>
          </a:p>
          <a:p>
            <a:r>
              <a:rPr lang="en-US" sz="1600" smtClean="0"/>
              <a:t>Step3:…</a:t>
            </a:r>
            <a:endParaRPr lang="en-US" sz="1600"/>
          </a:p>
        </p:txBody>
      </p:sp>
      <p:sp>
        <p:nvSpPr>
          <p:cNvPr id="11" name="Isosceles Triangle 10"/>
          <p:cNvSpPr/>
          <p:nvPr/>
        </p:nvSpPr>
        <p:spPr>
          <a:xfrm rot="5400000">
            <a:off x="10270679" y="2736019"/>
            <a:ext cx="178715" cy="143486"/>
          </a:xfrm>
          <a:prstGeom prst="triangle">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Equal 13"/>
          <p:cNvSpPr/>
          <p:nvPr/>
        </p:nvSpPr>
        <p:spPr>
          <a:xfrm rot="5400000">
            <a:off x="10595248" y="2709226"/>
            <a:ext cx="208354" cy="211470"/>
          </a:xfrm>
          <a:prstGeom prst="mathEqual">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4" name="Chevron 63"/>
          <p:cNvSpPr/>
          <p:nvPr/>
        </p:nvSpPr>
        <p:spPr>
          <a:xfrm rot="10800000">
            <a:off x="9247872" y="2718404"/>
            <a:ext cx="141921" cy="170822"/>
          </a:xfrm>
          <a:prstGeom prst="chevron">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7" name="Half Frame 66"/>
          <p:cNvSpPr/>
          <p:nvPr/>
        </p:nvSpPr>
        <p:spPr>
          <a:xfrm rot="18882676" flipV="1">
            <a:off x="5239979" y="1375218"/>
            <a:ext cx="327828" cy="178400"/>
          </a:xfrm>
          <a:prstGeom prst="halfFrame">
            <a:avLst/>
          </a:prstGeom>
          <a:solidFill>
            <a:srgbClr val="00B050"/>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68" name="Half Frame 67"/>
          <p:cNvSpPr/>
          <p:nvPr/>
        </p:nvSpPr>
        <p:spPr>
          <a:xfrm rot="18882676" flipV="1">
            <a:off x="7930441" y="1370933"/>
            <a:ext cx="327828" cy="178400"/>
          </a:xfrm>
          <a:prstGeom prst="halfFrame">
            <a:avLst/>
          </a:prstGeom>
          <a:solidFill>
            <a:srgbClr val="00B050"/>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69" name="Half Frame 68"/>
          <p:cNvSpPr/>
          <p:nvPr/>
        </p:nvSpPr>
        <p:spPr>
          <a:xfrm rot="18882676" flipV="1">
            <a:off x="10877545" y="1382282"/>
            <a:ext cx="327828" cy="178400"/>
          </a:xfrm>
          <a:prstGeom prst="halfFrame">
            <a:avLst/>
          </a:prstGeom>
          <a:solidFill>
            <a:srgbClr val="00B050"/>
          </a:solidFill>
          <a:ln>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33" name="Rectangle 32"/>
          <p:cNvSpPr/>
          <p:nvPr/>
        </p:nvSpPr>
        <p:spPr>
          <a:xfrm>
            <a:off x="3238846" y="2544950"/>
            <a:ext cx="1160349" cy="112007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3318158" y="2979946"/>
            <a:ext cx="1059906" cy="307777"/>
          </a:xfrm>
          <a:prstGeom prst="rect">
            <a:avLst/>
          </a:prstGeom>
          <a:noFill/>
        </p:spPr>
        <p:txBody>
          <a:bodyPr wrap="none" lIns="91440" tIns="45720" rIns="91440" bIns="45720">
            <a:spAutoFit/>
          </a:bodyPr>
          <a:lstStyle/>
          <a:p>
            <a:pPr algn="ctr"/>
            <a:r>
              <a:rPr lang="en-US" sz="1400" b="1" cap="none" spc="0" smtClean="0">
                <a:ln w="0"/>
                <a:solidFill>
                  <a:schemeClr val="tx1"/>
                </a:solidFill>
              </a:rPr>
              <a:t>U46L477.00</a:t>
            </a:r>
            <a:endParaRPr lang="en-US" sz="1400" b="1" cap="none" spc="0">
              <a:ln w="0"/>
              <a:solidFill>
                <a:schemeClr val="tx1"/>
              </a:solidFill>
            </a:endParaRPr>
          </a:p>
        </p:txBody>
      </p:sp>
      <p:sp>
        <p:nvSpPr>
          <p:cNvPr id="71" name="Rectangle 70"/>
          <p:cNvSpPr/>
          <p:nvPr/>
        </p:nvSpPr>
        <p:spPr>
          <a:xfrm>
            <a:off x="4596189" y="2994472"/>
            <a:ext cx="788999" cy="307777"/>
          </a:xfrm>
          <a:prstGeom prst="rect">
            <a:avLst/>
          </a:prstGeom>
          <a:noFill/>
        </p:spPr>
        <p:txBody>
          <a:bodyPr wrap="none" lIns="91440" tIns="45720" rIns="91440" bIns="45720">
            <a:spAutoFit/>
          </a:bodyPr>
          <a:lstStyle/>
          <a:p>
            <a:pPr algn="ctr"/>
            <a:r>
              <a:rPr lang="en-US" sz="1400" smtClean="0">
                <a:ln w="0"/>
                <a:effectLst>
                  <a:outerShdw blurRad="38100" dist="19050" dir="2700000" algn="tl" rotWithShape="0">
                    <a:schemeClr val="dk1">
                      <a:alpha val="40000"/>
                    </a:schemeClr>
                  </a:outerShdw>
                </a:effectLst>
              </a:rPr>
              <a:t>Lắp ANT</a:t>
            </a:r>
            <a:endParaRPr lang="en-US" sz="1400" b="0" cap="none" spc="0">
              <a:ln w="0"/>
              <a:solidFill>
                <a:schemeClr val="tx1"/>
              </a:solidFill>
              <a:effectLst>
                <a:outerShdw blurRad="38100" dist="19050" dir="2700000" algn="tl" rotWithShape="0">
                  <a:schemeClr val="dk1">
                    <a:alpha val="40000"/>
                  </a:schemeClr>
                </a:outerShdw>
              </a:effectLst>
            </a:endParaRPr>
          </a:p>
        </p:txBody>
      </p:sp>
      <p:sp>
        <p:nvSpPr>
          <p:cNvPr id="54" name="Rectangle 53"/>
          <p:cNvSpPr/>
          <p:nvPr/>
        </p:nvSpPr>
        <p:spPr>
          <a:xfrm>
            <a:off x="4404908" y="2543723"/>
            <a:ext cx="1169271" cy="112007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p:cNvSpPr/>
          <p:nvPr/>
        </p:nvSpPr>
        <p:spPr>
          <a:xfrm>
            <a:off x="4579216" y="2979946"/>
            <a:ext cx="800220" cy="307777"/>
          </a:xfrm>
          <a:prstGeom prst="rect">
            <a:avLst/>
          </a:prstGeom>
          <a:noFill/>
        </p:spPr>
        <p:txBody>
          <a:bodyPr wrap="none" lIns="91440" tIns="45720" rIns="91440" bIns="45720">
            <a:spAutoFit/>
          </a:bodyPr>
          <a:lstStyle/>
          <a:p>
            <a:pPr algn="ctr"/>
            <a:r>
              <a:rPr lang="en-US" sz="1400" b="1" smtClean="0">
                <a:ln w="0"/>
              </a:rPr>
              <a:t>Lắp ANT</a:t>
            </a:r>
            <a:endParaRPr lang="en-US" sz="1400" b="1" cap="none" spc="0">
              <a:ln w="0"/>
              <a:solidFill>
                <a:schemeClr val="tx1"/>
              </a:solidFill>
            </a:endParaRPr>
          </a:p>
        </p:txBody>
      </p:sp>
      <p:sp>
        <p:nvSpPr>
          <p:cNvPr id="75" name="Rectangle 74"/>
          <p:cNvSpPr/>
          <p:nvPr/>
        </p:nvSpPr>
        <p:spPr>
          <a:xfrm>
            <a:off x="342616" y="879488"/>
            <a:ext cx="11540238" cy="467684"/>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a:ln w="0"/>
              </a:rPr>
              <a:t>Automatic SOP System</a:t>
            </a:r>
            <a:endParaRPr lang="en-US" b="1">
              <a:ln w="0"/>
              <a:solidFill>
                <a:schemeClr val="tx1"/>
              </a:solidFill>
            </a:endParaRPr>
          </a:p>
        </p:txBody>
      </p:sp>
      <p:sp>
        <p:nvSpPr>
          <p:cNvPr id="76" name="Chevron 75"/>
          <p:cNvSpPr/>
          <p:nvPr/>
        </p:nvSpPr>
        <p:spPr>
          <a:xfrm rot="10800000" flipH="1" flipV="1">
            <a:off x="11473739" y="2714442"/>
            <a:ext cx="152084" cy="163506"/>
          </a:xfrm>
          <a:prstGeom prst="chevron">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7" name="Rectangle 76"/>
          <p:cNvSpPr/>
          <p:nvPr/>
        </p:nvSpPr>
        <p:spPr>
          <a:xfrm>
            <a:off x="8976457" y="2695544"/>
            <a:ext cx="2906397" cy="2276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p:cNvSpPr/>
          <p:nvPr/>
        </p:nvSpPr>
        <p:spPr>
          <a:xfrm>
            <a:off x="322578" y="5594385"/>
            <a:ext cx="957582" cy="261610"/>
          </a:xfrm>
          <a:prstGeom prst="rect">
            <a:avLst/>
          </a:prstGeom>
          <a:noFill/>
        </p:spPr>
        <p:txBody>
          <a:bodyPr wrap="square" lIns="91440" tIns="45720" rIns="91440" bIns="45720">
            <a:spAutoFit/>
          </a:bodyPr>
          <a:lstStyle/>
          <a:p>
            <a:pPr algn="ctr" fontAlgn="ctr"/>
            <a:r>
              <a:rPr lang="en-US" sz="1100"/>
              <a:t>T6327882A</a:t>
            </a:r>
            <a:endParaRPr lang="en-US" sz="1100">
              <a:solidFill>
                <a:srgbClr val="000000"/>
              </a:solidFill>
              <a:latin typeface="Times New Roman" panose="02020603050405020304" pitchFamily="18" charset="0"/>
            </a:endParaRPr>
          </a:p>
        </p:txBody>
      </p:sp>
      <p:sp>
        <p:nvSpPr>
          <p:cNvPr id="79" name="Rectangle 78"/>
          <p:cNvSpPr/>
          <p:nvPr/>
        </p:nvSpPr>
        <p:spPr>
          <a:xfrm>
            <a:off x="1366249" y="5590419"/>
            <a:ext cx="1127399" cy="261610"/>
          </a:xfrm>
          <a:prstGeom prst="rect">
            <a:avLst/>
          </a:prstGeom>
          <a:noFill/>
        </p:spPr>
        <p:txBody>
          <a:bodyPr wrap="square" lIns="91440" tIns="45720" rIns="91440" bIns="45720">
            <a:spAutoFit/>
          </a:bodyPr>
          <a:lstStyle/>
          <a:p>
            <a:pPr algn="ctr" fontAlgn="ctr"/>
            <a:r>
              <a:rPr lang="en-US" sz="1100"/>
              <a:t>EU-GP </a:t>
            </a:r>
            <a:r>
              <a:rPr lang="en-US" sz="1100" smtClean="0"/>
              <a:t>TMS...</a:t>
            </a:r>
            <a:endParaRPr lang="en-US" sz="1100">
              <a:solidFill>
                <a:srgbClr val="000000"/>
              </a:solidFill>
              <a:latin typeface="Times New Roman" panose="02020603050405020304" pitchFamily="18" charset="0"/>
            </a:endParaRPr>
          </a:p>
        </p:txBody>
      </p:sp>
      <p:sp>
        <p:nvSpPr>
          <p:cNvPr id="80" name="Rectangle 79"/>
          <p:cNvSpPr/>
          <p:nvPr/>
        </p:nvSpPr>
        <p:spPr>
          <a:xfrm>
            <a:off x="2277202" y="5598557"/>
            <a:ext cx="1127399" cy="261610"/>
          </a:xfrm>
          <a:prstGeom prst="rect">
            <a:avLst/>
          </a:prstGeom>
          <a:noFill/>
        </p:spPr>
        <p:txBody>
          <a:bodyPr wrap="square" lIns="91440" tIns="45720" rIns="91440" bIns="45720">
            <a:spAutoFit/>
          </a:bodyPr>
          <a:lstStyle/>
          <a:p>
            <a:pPr algn="ctr" fontAlgn="ctr"/>
            <a:r>
              <a:rPr lang="en-US" sz="1100" smtClean="0"/>
              <a:t>1</a:t>
            </a:r>
            <a:endParaRPr lang="en-US" sz="1100">
              <a:solidFill>
                <a:srgbClr val="000000"/>
              </a:solidFill>
              <a:latin typeface="Times New Roman" panose="02020603050405020304" pitchFamily="18" charset="0"/>
            </a:endParaRPr>
          </a:p>
        </p:txBody>
      </p:sp>
      <p:sp>
        <p:nvSpPr>
          <p:cNvPr id="81" name="Rectangle 80"/>
          <p:cNvSpPr/>
          <p:nvPr/>
        </p:nvSpPr>
        <p:spPr>
          <a:xfrm>
            <a:off x="5590746" y="3001573"/>
            <a:ext cx="1068739" cy="307777"/>
          </a:xfrm>
          <a:prstGeom prst="rect">
            <a:avLst/>
          </a:prstGeom>
          <a:noFill/>
        </p:spPr>
        <p:txBody>
          <a:bodyPr wrap="square" lIns="91440" tIns="45720" rIns="91440" bIns="45720">
            <a:spAutoFit/>
          </a:bodyPr>
          <a:lstStyle/>
          <a:p>
            <a:pPr algn="ctr" fontAlgn="ctr"/>
            <a:r>
              <a:rPr lang="en-US" sz="1400" b="1"/>
              <a:t>T6327882A</a:t>
            </a:r>
            <a:endParaRPr lang="en-US" sz="1400" b="1">
              <a:solidFill>
                <a:srgbClr val="000000"/>
              </a:solidFill>
              <a:latin typeface="Times New Roman" panose="02020603050405020304" pitchFamily="18" charset="0"/>
            </a:endParaRPr>
          </a:p>
        </p:txBody>
      </p:sp>
      <p:sp>
        <p:nvSpPr>
          <p:cNvPr id="82" name="Rectangle 81"/>
          <p:cNvSpPr/>
          <p:nvPr/>
        </p:nvSpPr>
        <p:spPr>
          <a:xfrm>
            <a:off x="6566439" y="2996996"/>
            <a:ext cx="1305295" cy="307777"/>
          </a:xfrm>
          <a:prstGeom prst="rect">
            <a:avLst/>
          </a:prstGeom>
          <a:noFill/>
        </p:spPr>
        <p:txBody>
          <a:bodyPr wrap="square" lIns="91440" tIns="45720" rIns="91440" bIns="45720">
            <a:spAutoFit/>
          </a:bodyPr>
          <a:lstStyle/>
          <a:p>
            <a:pPr algn="ctr" fontAlgn="ctr"/>
            <a:r>
              <a:rPr lang="en-US" sz="1400" b="1"/>
              <a:t>EU-GP </a:t>
            </a:r>
            <a:r>
              <a:rPr lang="en-US" sz="1400" b="1" smtClean="0"/>
              <a:t>TMS...</a:t>
            </a:r>
            <a:endParaRPr lang="en-US" sz="1400" b="1">
              <a:solidFill>
                <a:srgbClr val="000000"/>
              </a:solidFill>
              <a:latin typeface="Times New Roman" panose="02020603050405020304" pitchFamily="18" charset="0"/>
            </a:endParaRPr>
          </a:p>
        </p:txBody>
      </p:sp>
      <p:sp>
        <p:nvSpPr>
          <p:cNvPr id="83" name="Rectangle 82"/>
          <p:cNvSpPr/>
          <p:nvPr/>
        </p:nvSpPr>
        <p:spPr>
          <a:xfrm>
            <a:off x="7485411" y="2991313"/>
            <a:ext cx="1127399" cy="307777"/>
          </a:xfrm>
          <a:prstGeom prst="rect">
            <a:avLst/>
          </a:prstGeom>
          <a:noFill/>
        </p:spPr>
        <p:txBody>
          <a:bodyPr wrap="square" lIns="91440" tIns="45720" rIns="91440" bIns="45720">
            <a:spAutoFit/>
          </a:bodyPr>
          <a:lstStyle/>
          <a:p>
            <a:pPr algn="ctr" fontAlgn="ctr"/>
            <a:r>
              <a:rPr lang="en-US" sz="1400" b="1" smtClean="0"/>
              <a:t>1</a:t>
            </a:r>
            <a:endParaRPr lang="en-US" sz="1400" b="1">
              <a:solidFill>
                <a:srgbClr val="000000"/>
              </a:solidFill>
              <a:latin typeface="Times New Roman" panose="02020603050405020304" pitchFamily="18" charset="0"/>
            </a:endParaRPr>
          </a:p>
        </p:txBody>
      </p:sp>
      <p:graphicFrame>
        <p:nvGraphicFramePr>
          <p:cNvPr id="84" name="Table 83"/>
          <p:cNvGraphicFramePr>
            <a:graphicFrameLocks noGrp="1"/>
          </p:cNvGraphicFramePr>
          <p:nvPr>
            <p:extLst>
              <p:ext uri="{D42A27DB-BD31-4B8C-83A1-F6EECF244321}">
                <p14:modId xmlns:p14="http://schemas.microsoft.com/office/powerpoint/2010/main" val="346511940"/>
              </p:ext>
            </p:extLst>
          </p:nvPr>
        </p:nvGraphicFramePr>
        <p:xfrm>
          <a:off x="357951" y="5986988"/>
          <a:ext cx="11515705" cy="370840"/>
        </p:xfrm>
        <a:graphic>
          <a:graphicData uri="http://schemas.openxmlformats.org/drawingml/2006/table">
            <a:tbl>
              <a:tblPr firstRow="1" bandRow="1">
                <a:tableStyleId>{93296810-A885-4BE3-A3E7-6D5BEEA58F35}</a:tableStyleId>
              </a:tblPr>
              <a:tblGrid>
                <a:gridCol w="2303141">
                  <a:extLst>
                    <a:ext uri="{9D8B030D-6E8A-4147-A177-3AD203B41FA5}">
                      <a16:colId xmlns:a16="http://schemas.microsoft.com/office/drawing/2014/main" val="4064671332"/>
                    </a:ext>
                  </a:extLst>
                </a:gridCol>
                <a:gridCol w="2303141">
                  <a:extLst>
                    <a:ext uri="{9D8B030D-6E8A-4147-A177-3AD203B41FA5}">
                      <a16:colId xmlns:a16="http://schemas.microsoft.com/office/drawing/2014/main" val="1222115536"/>
                    </a:ext>
                  </a:extLst>
                </a:gridCol>
                <a:gridCol w="2303141">
                  <a:extLst>
                    <a:ext uri="{9D8B030D-6E8A-4147-A177-3AD203B41FA5}">
                      <a16:colId xmlns:a16="http://schemas.microsoft.com/office/drawing/2014/main" val="1683429436"/>
                    </a:ext>
                  </a:extLst>
                </a:gridCol>
                <a:gridCol w="2303141">
                  <a:extLst>
                    <a:ext uri="{9D8B030D-6E8A-4147-A177-3AD203B41FA5}">
                      <a16:colId xmlns:a16="http://schemas.microsoft.com/office/drawing/2014/main" val="3221312177"/>
                    </a:ext>
                  </a:extLst>
                </a:gridCol>
                <a:gridCol w="2303141">
                  <a:extLst>
                    <a:ext uri="{9D8B030D-6E8A-4147-A177-3AD203B41FA5}">
                      <a16:colId xmlns:a16="http://schemas.microsoft.com/office/drawing/2014/main" val="4089686910"/>
                    </a:ext>
                  </a:extLst>
                </a:gridCol>
              </a:tblGrid>
              <a:tr h="370840">
                <a:tc>
                  <a:txBody>
                    <a:bodyPr/>
                    <a:lstStyle/>
                    <a:p>
                      <a:r>
                        <a:rPr lang="en-US" smtClean="0">
                          <a:ln>
                            <a:noFill/>
                          </a:ln>
                          <a:solidFill>
                            <a:schemeClr val="bg1"/>
                          </a:solidFill>
                        </a:rPr>
                        <a:t>Quay Lại</a:t>
                      </a:r>
                      <a:endParaRPr lang="en-US">
                        <a:ln>
                          <a:noFill/>
                        </a:ln>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ln>
                            <a:noFill/>
                          </a:ln>
                          <a:solidFill>
                            <a:schemeClr val="bg1"/>
                          </a:solidFill>
                        </a:rPr>
                        <a:t>Lưu</a:t>
                      </a:r>
                      <a:r>
                        <a:rPr lang="en-US" baseline="0" smtClean="0">
                          <a:ln>
                            <a:noFill/>
                          </a:ln>
                          <a:solidFill>
                            <a:schemeClr val="bg1"/>
                          </a:solidFill>
                        </a:rPr>
                        <a:t> Nháp</a:t>
                      </a:r>
                      <a:endParaRPr lang="en-US">
                        <a:ln>
                          <a:noFill/>
                        </a:ln>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ln>
                            <a:noFill/>
                          </a:ln>
                          <a:solidFill>
                            <a:schemeClr val="bg1"/>
                          </a:solidFill>
                        </a:rPr>
                        <a:t>Làm</a:t>
                      </a:r>
                      <a:r>
                        <a:rPr lang="en-US" baseline="0" smtClean="0">
                          <a:ln>
                            <a:noFill/>
                          </a:ln>
                          <a:solidFill>
                            <a:schemeClr val="bg1"/>
                          </a:solidFill>
                        </a:rPr>
                        <a:t> mới</a:t>
                      </a:r>
                      <a:endParaRPr lang="en-US">
                        <a:ln>
                          <a:noFill/>
                        </a:ln>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ln>
                            <a:noFill/>
                          </a:ln>
                          <a:solidFill>
                            <a:schemeClr val="bg1"/>
                          </a:solidFill>
                        </a:rPr>
                        <a:t>Clip Tiếp</a:t>
                      </a:r>
                      <a:r>
                        <a:rPr lang="en-US" baseline="0" smtClean="0">
                          <a:ln>
                            <a:noFill/>
                          </a:ln>
                          <a:solidFill>
                            <a:schemeClr val="bg1"/>
                          </a:solidFill>
                        </a:rPr>
                        <a:t> theo</a:t>
                      </a:r>
                      <a:endParaRPr lang="en-US">
                        <a:ln>
                          <a:noFill/>
                        </a:ln>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mtClean="0">
                          <a:ln>
                            <a:noFill/>
                          </a:ln>
                          <a:solidFill>
                            <a:schemeClr val="bg1"/>
                          </a:solidFill>
                        </a:rPr>
                        <a:t>Export</a:t>
                      </a:r>
                      <a:r>
                        <a:rPr lang="en-US" baseline="0" smtClean="0">
                          <a:ln>
                            <a:noFill/>
                          </a:ln>
                          <a:solidFill>
                            <a:schemeClr val="bg1"/>
                          </a:solidFill>
                        </a:rPr>
                        <a:t> SOP</a:t>
                      </a:r>
                      <a:endParaRPr lang="en-US">
                        <a:ln>
                          <a:noFill/>
                        </a:ln>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2146220"/>
                  </a:ext>
                </a:extLst>
              </a:tr>
            </a:tbl>
          </a:graphicData>
        </a:graphic>
      </p:graphicFrame>
    </p:spTree>
    <p:extLst>
      <p:ext uri="{BB962C8B-B14F-4D97-AF65-F5344CB8AC3E}">
        <p14:creationId xmlns:p14="http://schemas.microsoft.com/office/powerpoint/2010/main" val="2138821847"/>
      </p:ext>
    </p:extLst>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16A34E-783E-B91D-7279-15D236641CC6}"/>
              </a:ext>
            </a:extLst>
          </p:cNvPr>
          <p:cNvSpPr>
            <a:spLocks noGrp="1"/>
          </p:cNvSpPr>
          <p:nvPr>
            <p:ph type="sldNum" sz="quarter" idx="4"/>
          </p:nvPr>
        </p:nvSpPr>
        <p:spPr/>
        <p:txBody>
          <a:bodyPr/>
          <a:lstStyle/>
          <a:p>
            <a:fld id="{5285558A-1915-2348-AF36-B9A83F1D0F14}" type="slidenum">
              <a:rPr lang="en-US" smtClean="0"/>
              <a:pPr/>
              <a:t>12</a:t>
            </a:fld>
            <a:endParaRPr lang="en-US"/>
          </a:p>
        </p:txBody>
      </p:sp>
      <p:sp>
        <p:nvSpPr>
          <p:cNvPr id="66" name="標題 1">
            <a:extLst>
              <a:ext uri="{FF2B5EF4-FFF2-40B4-BE49-F238E27FC236}">
                <a16:creationId xmlns:a16="http://schemas.microsoft.com/office/drawing/2014/main" id="{0046A9B4-497D-F373-E0E7-694D2ABF74FF}"/>
              </a:ext>
            </a:extLst>
          </p:cNvPr>
          <p:cNvSpPr txBox="1"/>
          <p:nvPr/>
        </p:nvSpPr>
        <p:spPr>
          <a:xfrm>
            <a:off x="250945" y="201251"/>
            <a:ext cx="8968013" cy="443470"/>
          </a:xfrm>
          <a:prstGeom prst="rect">
            <a:avLst/>
          </a:prstGeom>
          <a:ln w="12700">
            <a:miter lim="400000"/>
          </a:ln>
        </p:spPr>
        <p:txBody>
          <a:bodyPr lIns="46800" tIns="45718" rIns="45718" bIns="45718" anchor="ctr">
            <a:noAutofit/>
          </a:bodyPr>
          <a:lstStyle>
            <a:lvl1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FFFFFF"/>
                </a:solidFill>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9pPr>
          </a:lstStyle>
          <a:p>
            <a:pPr>
              <a:lnSpc>
                <a:spcPct val="100000"/>
              </a:lnSpc>
              <a:defRPr/>
            </a:pPr>
            <a:r>
              <a:rPr kumimoji="1" lang="fr-FR" altLang="zh-TW" sz="3600" b="1" smtClean="0">
                <a:solidFill>
                  <a:srgbClr val="002F75"/>
                </a:solidFill>
                <a:latin typeface="Arial Black" panose="020B0604020202020204" pitchFamily="34" charset="0"/>
                <a:cs typeface="Arial Black" panose="020B0604020202020204" pitchFamily="34" charset="0"/>
              </a:rPr>
              <a:t>Output: a Simple SOP </a:t>
            </a:r>
            <a:endParaRPr kumimoji="1" lang="zh-TW" altLang="en-US" sz="3600" b="1">
              <a:solidFill>
                <a:srgbClr val="002F75"/>
              </a:solidFill>
              <a:latin typeface="Arial Black" panose="020B0604020202020204" pitchFamily="34" charset="0"/>
              <a:cs typeface="Arial Black" panose="020B0604020202020204" pitchFamily="34" charset="0"/>
            </a:endParaRPr>
          </a:p>
        </p:txBody>
      </p:sp>
      <p:pic>
        <p:nvPicPr>
          <p:cNvPr id="3" name="Picture 2"/>
          <p:cNvPicPr>
            <a:picLocks noChangeAspect="1"/>
          </p:cNvPicPr>
          <p:nvPr/>
        </p:nvPicPr>
        <p:blipFill>
          <a:blip r:embed="rId2"/>
          <a:stretch>
            <a:fillRect/>
          </a:stretch>
        </p:blipFill>
        <p:spPr>
          <a:xfrm>
            <a:off x="543685" y="744039"/>
            <a:ext cx="10834008" cy="5679502"/>
          </a:xfrm>
          <a:prstGeom prst="rect">
            <a:avLst/>
          </a:prstGeom>
        </p:spPr>
      </p:pic>
    </p:spTree>
    <p:extLst>
      <p:ext uri="{BB962C8B-B14F-4D97-AF65-F5344CB8AC3E}">
        <p14:creationId xmlns:p14="http://schemas.microsoft.com/office/powerpoint/2010/main" val="574698592"/>
      </p:ext>
    </p:extLst>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DC96AA-D207-98DA-E2FA-F6BADF8F67E3}"/>
              </a:ext>
            </a:extLst>
          </p:cNvPr>
          <p:cNvSpPr>
            <a:spLocks noGrp="1"/>
          </p:cNvSpPr>
          <p:nvPr>
            <p:ph type="sldNum" sz="quarter" idx="4"/>
          </p:nvPr>
        </p:nvSpPr>
        <p:spPr/>
        <p:txBody>
          <a:bodyPr/>
          <a:lstStyle/>
          <a:p>
            <a:fld id="{5285558A-1915-2348-AF36-B9A83F1D0F14}" type="slidenum">
              <a:rPr lang="en-US" smtClean="0"/>
              <a:pPr/>
              <a:t>13</a:t>
            </a:fld>
            <a:endParaRPr lang="en-US"/>
          </a:p>
        </p:txBody>
      </p:sp>
    </p:spTree>
    <p:extLst>
      <p:ext uri="{BB962C8B-B14F-4D97-AF65-F5344CB8AC3E}">
        <p14:creationId xmlns:p14="http://schemas.microsoft.com/office/powerpoint/2010/main" val="1166101777"/>
      </p:ext>
    </p:extLst>
  </p:cSld>
  <p:clrMapOvr>
    <a:masterClrMapping/>
  </p:clrMapOvr>
  <p:transition spd="slow">
    <p:push dir="u"/>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2797</TotalTime>
  <Words>1386</Words>
  <Application>Microsoft Office PowerPoint</Application>
  <PresentationFormat>Widescreen</PresentationFormat>
  <Paragraphs>264</Paragraphs>
  <Slides>13</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等线</vt:lpstr>
      <vt:lpstr>微软雅黑</vt:lpstr>
      <vt:lpstr>Arial</vt:lpstr>
      <vt:lpstr>Arial Black</vt:lpstr>
      <vt:lpstr>Calibri</vt:lpstr>
      <vt:lpstr>Calibri Light</vt:lpstr>
      <vt:lpstr>Microsoft Sans Serif</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黃景楊</dc:creator>
  <cp:lastModifiedBy>Nguyen Thi Lan Anh</cp:lastModifiedBy>
  <cp:revision>328</cp:revision>
  <dcterms:created xsi:type="dcterms:W3CDTF">2026-01-19T01:40:45Z</dcterms:created>
  <dcterms:modified xsi:type="dcterms:W3CDTF">2026-02-07T02:25:01Z</dcterms:modified>
</cp:coreProperties>
</file>